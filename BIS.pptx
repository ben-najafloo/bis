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96" r:id="rId5"/>
    <p:sldId id="297" r:id="rId6"/>
    <p:sldId id="286" r:id="rId7"/>
    <p:sldId id="261" r:id="rId8"/>
    <p:sldId id="285" r:id="rId9"/>
    <p:sldId id="304" r:id="rId10"/>
    <p:sldId id="305" r:id="rId11"/>
    <p:sldId id="302" r:id="rId12"/>
    <p:sldId id="306" r:id="rId13"/>
    <p:sldId id="301" r:id="rId14"/>
    <p:sldId id="262" r:id="rId15"/>
    <p:sldId id="263" r:id="rId16"/>
    <p:sldId id="307" r:id="rId17"/>
    <p:sldId id="308" r:id="rId18"/>
    <p:sldId id="265" r:id="rId19"/>
    <p:sldId id="309" r:id="rId20"/>
    <p:sldId id="310" r:id="rId21"/>
    <p:sldId id="311" r:id="rId22"/>
    <p:sldId id="278" r:id="rId23"/>
    <p:sldId id="299" r:id="rId24"/>
    <p:sldId id="280" r:id="rId25"/>
    <p:sldId id="287" r:id="rId26"/>
    <p:sldId id="267" r:id="rId27"/>
    <p:sldId id="312" r:id="rId28"/>
    <p:sldId id="314" r:id="rId29"/>
    <p:sldId id="300" r:id="rId30"/>
    <p:sldId id="313" r:id="rId31"/>
    <p:sldId id="315" r:id="rId32"/>
    <p:sldId id="316" r:id="rId33"/>
    <p:sldId id="317" r:id="rId34"/>
    <p:sldId id="318" r:id="rId3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D238E-4413-6E5B-36BA-6DEFE4D88C2B}" v="384" dt="2025-05-15T11:21:32.023"/>
  </p1510:revLst>
</p1510:revInfo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87887" autoAdjust="0"/>
  </p:normalViewPr>
  <p:slideViewPr>
    <p:cSldViewPr snapToGrid="0" showGuides="1">
      <p:cViewPr>
        <p:scale>
          <a:sx n="100" d="100"/>
          <a:sy n="100" d="100"/>
        </p:scale>
        <p:origin x="-144" y="-6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CCAFE8-6E11-4235-852F-330AA7D6B258}" type="doc">
      <dgm:prSet loTypeId="urn:microsoft.com/office/officeart/2017/3/layout/HorizontalLabelsTimeline" loCatId="timelin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712D78F5-F1CF-445F-8764-278E53A7B839}">
      <dgm:prSet phldrT="[Testo]" phldr="0"/>
      <dgm:spPr/>
      <dgm:t>
        <a:bodyPr/>
        <a:lstStyle/>
        <a:p>
          <a:pPr>
            <a:defRPr b="1"/>
          </a:pPr>
          <a:r>
            <a:rPr lang="it-IT" err="1"/>
            <a:t>Problem</a:t>
          </a:r>
          <a:r>
            <a:rPr lang="it-IT"/>
            <a:t> Statement</a:t>
          </a:r>
        </a:p>
      </dgm:t>
    </dgm:pt>
    <dgm:pt modelId="{8E6B8022-E73F-460C-91A2-2AE368698804}" type="parTrans" cxnId="{93EAFE42-98A5-4D08-90B7-9C04EBD8EAFE}">
      <dgm:prSet/>
      <dgm:spPr/>
      <dgm:t>
        <a:bodyPr/>
        <a:lstStyle/>
        <a:p>
          <a:endParaRPr lang="it-IT"/>
        </a:p>
      </dgm:t>
    </dgm:pt>
    <dgm:pt modelId="{3FEA5251-6DFF-4A03-8176-F48C520B976A}" type="sibTrans" cxnId="{93EAFE42-98A5-4D08-90B7-9C04EBD8EAFE}">
      <dgm:prSet/>
      <dgm:spPr/>
      <dgm:t>
        <a:bodyPr/>
        <a:lstStyle/>
        <a:p>
          <a:endParaRPr lang="it-IT"/>
        </a:p>
      </dgm:t>
    </dgm:pt>
    <dgm:pt modelId="{AE80BDDF-D0B1-42F3-AD2F-A77200221822}">
      <dgm:prSet phldrT="[Testo]" phldr="0"/>
      <dgm:spPr/>
      <dgm:t>
        <a:bodyPr/>
        <a:lstStyle/>
        <a:p>
          <a:r>
            <a:rPr lang="it-IT" dirty="0" err="1"/>
            <a:t>Inefficiencies</a:t>
          </a:r>
          <a:r>
            <a:rPr lang="it-IT" dirty="0"/>
            <a:t> in </a:t>
          </a:r>
          <a:r>
            <a:rPr lang="it-IT" dirty="0" err="1"/>
            <a:t>traffic</a:t>
          </a:r>
          <a:r>
            <a:rPr lang="it-IT" dirty="0"/>
            <a:t> fine management (delays, </a:t>
          </a:r>
          <a:r>
            <a:rPr lang="it-IT" dirty="0" err="1"/>
            <a:t>unpaid</a:t>
          </a:r>
          <a:r>
            <a:rPr lang="it-IT" dirty="0"/>
            <a:t> </a:t>
          </a:r>
          <a:r>
            <a:rPr lang="it-IT" dirty="0" err="1"/>
            <a:t>fines</a:t>
          </a:r>
          <a:r>
            <a:rPr lang="it-IT" dirty="0"/>
            <a:t>)</a:t>
          </a:r>
        </a:p>
      </dgm:t>
    </dgm:pt>
    <dgm:pt modelId="{660EF164-28B7-4781-8EB2-414D47C121DB}" type="parTrans" cxnId="{1B03969B-6DEA-4E54-A78F-4E073AFD570E}">
      <dgm:prSet/>
      <dgm:spPr/>
      <dgm:t>
        <a:bodyPr/>
        <a:lstStyle/>
        <a:p>
          <a:endParaRPr lang="it-IT"/>
        </a:p>
      </dgm:t>
    </dgm:pt>
    <dgm:pt modelId="{AA8C33B9-EC95-4E2E-997E-DA0C26AE4FBB}" type="sibTrans" cxnId="{1B03969B-6DEA-4E54-A78F-4E073AFD570E}">
      <dgm:prSet/>
      <dgm:spPr/>
      <dgm:t>
        <a:bodyPr/>
        <a:lstStyle/>
        <a:p>
          <a:endParaRPr lang="it-IT"/>
        </a:p>
      </dgm:t>
    </dgm:pt>
    <dgm:pt modelId="{919F8DDA-0DBA-418A-AB35-709B1E41A338}">
      <dgm:prSet phldrT="[Testo]" phldr="0"/>
      <dgm:spPr/>
      <dgm:t>
        <a:bodyPr/>
        <a:lstStyle/>
        <a:p>
          <a:pPr>
            <a:defRPr b="1"/>
          </a:pPr>
          <a:r>
            <a:rPr lang="it-IT" err="1"/>
            <a:t>Objective</a:t>
          </a:r>
          <a:endParaRPr lang="it-IT"/>
        </a:p>
      </dgm:t>
    </dgm:pt>
    <dgm:pt modelId="{15DD2C24-68E1-479D-B7CE-3AEB9EEDA75F}" type="parTrans" cxnId="{48D028C7-677E-4704-8204-39D1CA5229A4}">
      <dgm:prSet/>
      <dgm:spPr/>
      <dgm:t>
        <a:bodyPr/>
        <a:lstStyle/>
        <a:p>
          <a:endParaRPr lang="it-IT"/>
        </a:p>
      </dgm:t>
    </dgm:pt>
    <dgm:pt modelId="{B4D32FCB-9952-4A04-B0EC-9AEDA9C8CCA8}" type="sibTrans" cxnId="{48D028C7-677E-4704-8204-39D1CA5229A4}">
      <dgm:prSet/>
      <dgm:spPr/>
      <dgm:t>
        <a:bodyPr/>
        <a:lstStyle/>
        <a:p>
          <a:endParaRPr lang="it-IT"/>
        </a:p>
      </dgm:t>
    </dgm:pt>
    <dgm:pt modelId="{DB779ABE-AFB1-4DD0-8918-6696EB3E86AD}">
      <dgm:prSet phldrT="[Testo]" phldr="0"/>
      <dgm:spPr/>
      <dgm:t>
        <a:bodyPr/>
        <a:lstStyle/>
        <a:p>
          <a:r>
            <a:rPr lang="it-IT"/>
            <a:t>Analyze event logs to map workflows and predict outcomes (payment vs. escalation</a:t>
          </a:r>
          <a:r>
            <a:rPr lang="it-IT">
              <a:latin typeface="Aptos"/>
            </a:rPr>
            <a:t>)</a:t>
          </a:r>
          <a:endParaRPr lang="it-IT"/>
        </a:p>
      </dgm:t>
    </dgm:pt>
    <dgm:pt modelId="{3ABC18CC-8A22-4134-AC18-E56CB88728B2}" type="parTrans" cxnId="{4B5F815E-56CB-4314-8251-B2E590A7AE06}">
      <dgm:prSet/>
      <dgm:spPr/>
      <dgm:t>
        <a:bodyPr/>
        <a:lstStyle/>
        <a:p>
          <a:endParaRPr lang="it-IT"/>
        </a:p>
      </dgm:t>
    </dgm:pt>
    <dgm:pt modelId="{AEADD6FC-672F-4F7C-9F85-E348462AF55B}" type="sibTrans" cxnId="{4B5F815E-56CB-4314-8251-B2E590A7AE06}">
      <dgm:prSet/>
      <dgm:spPr/>
      <dgm:t>
        <a:bodyPr/>
        <a:lstStyle/>
        <a:p>
          <a:endParaRPr lang="it-IT"/>
        </a:p>
      </dgm:t>
    </dgm:pt>
    <dgm:pt modelId="{61622697-0CD0-4FA7-8ED7-61EEAA195F11}">
      <dgm:prSet phldrT="[Testo]" phldr="0"/>
      <dgm:spPr/>
      <dgm:t>
        <a:bodyPr/>
        <a:lstStyle/>
        <a:p>
          <a:pPr>
            <a:defRPr b="1"/>
          </a:pPr>
          <a:r>
            <a:rPr lang="it-IT"/>
            <a:t>Dataset</a:t>
          </a:r>
        </a:p>
      </dgm:t>
    </dgm:pt>
    <dgm:pt modelId="{8AFDD491-2EDE-4DD1-AF83-D0C83B632CCC}" type="parTrans" cxnId="{E941435B-1C4B-4B0C-9556-AF4D319E7F55}">
      <dgm:prSet/>
      <dgm:spPr/>
      <dgm:t>
        <a:bodyPr/>
        <a:lstStyle/>
        <a:p>
          <a:endParaRPr lang="it-IT"/>
        </a:p>
      </dgm:t>
    </dgm:pt>
    <dgm:pt modelId="{ED558301-985A-408B-B44C-84A9E001292E}" type="sibTrans" cxnId="{E941435B-1C4B-4B0C-9556-AF4D319E7F55}">
      <dgm:prSet/>
      <dgm:spPr/>
      <dgm:t>
        <a:bodyPr/>
        <a:lstStyle/>
        <a:p>
          <a:endParaRPr lang="it-IT"/>
        </a:p>
      </dgm:t>
    </dgm:pt>
    <dgm:pt modelId="{5C47FC41-0C08-4759-BCEE-CBF5607311B7}">
      <dgm:prSet phldrT="[Testo]" phldr="0"/>
      <dgm:spPr/>
      <dgm:t>
        <a:bodyPr/>
        <a:lstStyle/>
        <a:p>
          <a:r>
            <a:rPr lang="it-IT"/>
            <a:t>Road Traffic Fine Management </a:t>
          </a:r>
          <a:r>
            <a:rPr lang="it-IT" err="1"/>
            <a:t>Process.xes</a:t>
          </a:r>
          <a:r>
            <a:rPr lang="it-IT"/>
            <a:t> </a:t>
          </a:r>
          <a:r>
            <a:rPr lang="it-IT">
              <a:latin typeface="Aptos"/>
            </a:rPr>
            <a:t>(</a:t>
          </a:r>
          <a:r>
            <a:rPr lang="it-IT" err="1">
              <a:latin typeface="Aptos"/>
            </a:rPr>
            <a:t>publicly</a:t>
          </a:r>
          <a:r>
            <a:rPr lang="it-IT">
              <a:latin typeface="Aptos"/>
            </a:rPr>
            <a:t> </a:t>
          </a:r>
          <a:r>
            <a:rPr lang="it-IT" err="1">
              <a:latin typeface="Aptos"/>
            </a:rPr>
            <a:t>available</a:t>
          </a:r>
          <a:r>
            <a:rPr lang="it-IT">
              <a:latin typeface="Aptos"/>
            </a:rPr>
            <a:t> log)</a:t>
          </a:r>
          <a:endParaRPr lang="it-IT"/>
        </a:p>
      </dgm:t>
    </dgm:pt>
    <dgm:pt modelId="{8253483A-AD98-4EF1-85DA-729C4CD781A8}" type="parTrans" cxnId="{BF132451-5354-4FD1-BDC4-1A06AA7C9CC9}">
      <dgm:prSet/>
      <dgm:spPr/>
      <dgm:t>
        <a:bodyPr/>
        <a:lstStyle/>
        <a:p>
          <a:endParaRPr lang="it-IT"/>
        </a:p>
      </dgm:t>
    </dgm:pt>
    <dgm:pt modelId="{C6D7E543-9244-40C2-AC1C-3F0B7231E316}" type="sibTrans" cxnId="{BF132451-5354-4FD1-BDC4-1A06AA7C9CC9}">
      <dgm:prSet/>
      <dgm:spPr/>
      <dgm:t>
        <a:bodyPr/>
        <a:lstStyle/>
        <a:p>
          <a:endParaRPr lang="it-IT"/>
        </a:p>
      </dgm:t>
    </dgm:pt>
    <dgm:pt modelId="{EE36B3AD-B030-4573-BAE0-583D1E34DDB2}" type="pres">
      <dgm:prSet presAssocID="{9DCCAFE8-6E11-4235-852F-330AA7D6B258}" presName="root" presStyleCnt="0">
        <dgm:presLayoutVars>
          <dgm:chMax/>
          <dgm:chPref/>
          <dgm:animLvl val="lvl"/>
        </dgm:presLayoutVars>
      </dgm:prSet>
      <dgm:spPr/>
    </dgm:pt>
    <dgm:pt modelId="{A40FC4B5-05B3-4B2C-9FD8-44734A42BDC5}" type="pres">
      <dgm:prSet presAssocID="{9DCCAFE8-6E11-4235-852F-330AA7D6B258}" presName="divider" presStyleLbl="fgAcc1" presStyleIdx="0" presStyleCnt="1"/>
      <dgm:spPr/>
    </dgm:pt>
    <dgm:pt modelId="{180A0666-B3C8-45BC-8805-B8C8FE8A9085}" type="pres">
      <dgm:prSet presAssocID="{9DCCAFE8-6E11-4235-852F-330AA7D6B258}" presName="nodes" presStyleCnt="0">
        <dgm:presLayoutVars>
          <dgm:chMax/>
          <dgm:chPref/>
          <dgm:animLvl val="lvl"/>
        </dgm:presLayoutVars>
      </dgm:prSet>
      <dgm:spPr/>
    </dgm:pt>
    <dgm:pt modelId="{84F5B26C-7996-4444-B14B-8319E9B727D5}" type="pres">
      <dgm:prSet presAssocID="{712D78F5-F1CF-445F-8764-278E53A7B839}" presName="composite" presStyleCnt="0"/>
      <dgm:spPr/>
    </dgm:pt>
    <dgm:pt modelId="{F6119629-A4F7-4DBD-A281-98CD4329D041}" type="pres">
      <dgm:prSet presAssocID="{712D78F5-F1CF-445F-8764-278E53A7B839}" presName="L1TextContainer" presStyleLbl="alignNode1" presStyleIdx="0" presStyleCnt="3">
        <dgm:presLayoutVars>
          <dgm:chMax val="1"/>
          <dgm:chPref val="1"/>
          <dgm:bulletEnabled val="1"/>
        </dgm:presLayoutVars>
      </dgm:prSet>
      <dgm:spPr/>
    </dgm:pt>
    <dgm:pt modelId="{C061C822-5709-4AB6-A1A6-7F75462275DA}" type="pres">
      <dgm:prSet presAssocID="{712D78F5-F1CF-445F-8764-278E53A7B839}" presName="L2TextContainerWrapper" presStyleCnt="0">
        <dgm:presLayoutVars>
          <dgm:bulletEnabled val="1"/>
        </dgm:presLayoutVars>
      </dgm:prSet>
      <dgm:spPr/>
    </dgm:pt>
    <dgm:pt modelId="{06D9CEC4-60C0-4507-A6DA-4A7F60507784}" type="pres">
      <dgm:prSet presAssocID="{712D78F5-F1CF-445F-8764-278E53A7B839}" presName="L2TextContainer" presStyleLbl="bgAccFollowNode1" presStyleIdx="0" presStyleCnt="3"/>
      <dgm:spPr/>
    </dgm:pt>
    <dgm:pt modelId="{084A0704-419C-4B6B-8E7D-5BCAF5BF1174}" type="pres">
      <dgm:prSet presAssocID="{712D78F5-F1CF-445F-8764-278E53A7B839}" presName="FlexibleEmptyPlaceHolder" presStyleCnt="0"/>
      <dgm:spPr/>
    </dgm:pt>
    <dgm:pt modelId="{92FF06BD-1528-4F6A-8E9A-6D48610C44CD}" type="pres">
      <dgm:prSet presAssocID="{712D78F5-F1CF-445F-8764-278E53A7B839}" presName="ConnectLine" presStyleLbl="sibTrans1D1" presStyleIdx="0" presStyleCnt="3"/>
      <dgm:spPr/>
    </dgm:pt>
    <dgm:pt modelId="{3D71A313-4EB7-4107-9CBE-56D00913CFBC}" type="pres">
      <dgm:prSet presAssocID="{712D78F5-F1CF-445F-8764-278E53A7B839}" presName="ConnectorPoint" presStyleLbl="node1" presStyleIdx="0" presStyleCnt="3"/>
      <dgm:spPr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AA164900-47F3-4BDE-8003-9BB3C6E39D54}" type="pres">
      <dgm:prSet presAssocID="{712D78F5-F1CF-445F-8764-278E53A7B839}" presName="EmptyPlaceHolder" presStyleCnt="0"/>
      <dgm:spPr/>
    </dgm:pt>
    <dgm:pt modelId="{60AC3B2E-E942-4CEE-B4A3-ED964D20FBEB}" type="pres">
      <dgm:prSet presAssocID="{3FEA5251-6DFF-4A03-8176-F48C520B976A}" presName="spaceBetweenRectangles" presStyleCnt="0"/>
      <dgm:spPr/>
    </dgm:pt>
    <dgm:pt modelId="{72108C1F-4B6C-4AF2-B84F-C0E5E3DDDA5C}" type="pres">
      <dgm:prSet presAssocID="{919F8DDA-0DBA-418A-AB35-709B1E41A338}" presName="composite" presStyleCnt="0"/>
      <dgm:spPr/>
    </dgm:pt>
    <dgm:pt modelId="{DC8104CF-BC91-4AAA-B5DE-0598E25683A1}" type="pres">
      <dgm:prSet presAssocID="{919F8DDA-0DBA-418A-AB35-709B1E41A338}" presName="L1TextContainer" presStyleLbl="alignNode1" presStyleIdx="1" presStyleCnt="3">
        <dgm:presLayoutVars>
          <dgm:chMax val="1"/>
          <dgm:chPref val="1"/>
          <dgm:bulletEnabled val="1"/>
        </dgm:presLayoutVars>
      </dgm:prSet>
      <dgm:spPr/>
    </dgm:pt>
    <dgm:pt modelId="{33F188C7-E8A6-480E-90A8-2C3BBA6D18F2}" type="pres">
      <dgm:prSet presAssocID="{919F8DDA-0DBA-418A-AB35-709B1E41A338}" presName="L2TextContainerWrapper" presStyleCnt="0">
        <dgm:presLayoutVars>
          <dgm:bulletEnabled val="1"/>
        </dgm:presLayoutVars>
      </dgm:prSet>
      <dgm:spPr/>
    </dgm:pt>
    <dgm:pt modelId="{FE7ED002-33B6-4A67-8932-01C13DA43EB6}" type="pres">
      <dgm:prSet presAssocID="{919F8DDA-0DBA-418A-AB35-709B1E41A338}" presName="L2TextContainer" presStyleLbl="bgAccFollowNode1" presStyleIdx="1" presStyleCnt="3"/>
      <dgm:spPr/>
    </dgm:pt>
    <dgm:pt modelId="{0B31319F-EB0C-4627-96FF-04B3A5C731A5}" type="pres">
      <dgm:prSet presAssocID="{919F8DDA-0DBA-418A-AB35-709B1E41A338}" presName="FlexibleEmptyPlaceHolder" presStyleCnt="0"/>
      <dgm:spPr/>
    </dgm:pt>
    <dgm:pt modelId="{F9042EAC-E159-48D8-A54D-3CC1EE6387BF}" type="pres">
      <dgm:prSet presAssocID="{919F8DDA-0DBA-418A-AB35-709B1E41A338}" presName="ConnectLine" presStyleLbl="sibTrans1D1" presStyleIdx="1" presStyleCnt="3"/>
      <dgm:spPr/>
    </dgm:pt>
    <dgm:pt modelId="{8FBE5B58-8655-4BF2-BC7D-7F015E392FDC}" type="pres">
      <dgm:prSet presAssocID="{919F8DDA-0DBA-418A-AB35-709B1E41A338}" presName="ConnectorPoint" presStyleLbl="node1" presStyleIdx="1" presStyleCnt="3"/>
      <dgm:spPr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77E9DC5D-CA5D-40D5-92BD-DACBE2D54899}" type="pres">
      <dgm:prSet presAssocID="{919F8DDA-0DBA-418A-AB35-709B1E41A338}" presName="EmptyPlaceHolder" presStyleCnt="0"/>
      <dgm:spPr/>
    </dgm:pt>
    <dgm:pt modelId="{ED5B8352-FAEE-4CCD-8EC4-93BE1468123F}" type="pres">
      <dgm:prSet presAssocID="{B4D32FCB-9952-4A04-B0EC-9AEDA9C8CCA8}" presName="spaceBetweenRectangles" presStyleCnt="0"/>
      <dgm:spPr/>
    </dgm:pt>
    <dgm:pt modelId="{2153BB26-957C-4918-8B38-3ED89B153DB6}" type="pres">
      <dgm:prSet presAssocID="{61622697-0CD0-4FA7-8ED7-61EEAA195F11}" presName="composite" presStyleCnt="0"/>
      <dgm:spPr/>
    </dgm:pt>
    <dgm:pt modelId="{B9CF278E-C36B-4902-9CE5-59C99BB8A753}" type="pres">
      <dgm:prSet presAssocID="{61622697-0CD0-4FA7-8ED7-61EEAA195F11}" presName="L1TextContainer" presStyleLbl="alignNode1" presStyleIdx="2" presStyleCnt="3">
        <dgm:presLayoutVars>
          <dgm:chMax val="1"/>
          <dgm:chPref val="1"/>
          <dgm:bulletEnabled val="1"/>
        </dgm:presLayoutVars>
      </dgm:prSet>
      <dgm:spPr/>
    </dgm:pt>
    <dgm:pt modelId="{D645AA18-7258-465D-9313-3F1B32D75D86}" type="pres">
      <dgm:prSet presAssocID="{61622697-0CD0-4FA7-8ED7-61EEAA195F11}" presName="L2TextContainerWrapper" presStyleCnt="0">
        <dgm:presLayoutVars>
          <dgm:bulletEnabled val="1"/>
        </dgm:presLayoutVars>
      </dgm:prSet>
      <dgm:spPr/>
    </dgm:pt>
    <dgm:pt modelId="{C336441D-0DC8-4634-B87C-89131C882990}" type="pres">
      <dgm:prSet presAssocID="{61622697-0CD0-4FA7-8ED7-61EEAA195F11}" presName="L2TextContainer" presStyleLbl="bgAccFollowNode1" presStyleIdx="2" presStyleCnt="3"/>
      <dgm:spPr/>
    </dgm:pt>
    <dgm:pt modelId="{46EDBA4E-7A4D-4B68-AA1F-D5266C42E1D0}" type="pres">
      <dgm:prSet presAssocID="{61622697-0CD0-4FA7-8ED7-61EEAA195F11}" presName="FlexibleEmptyPlaceHolder" presStyleCnt="0"/>
      <dgm:spPr/>
    </dgm:pt>
    <dgm:pt modelId="{7E7197A1-B535-45A8-B7BD-1ED98261770D}" type="pres">
      <dgm:prSet presAssocID="{61622697-0CD0-4FA7-8ED7-61EEAA195F11}" presName="ConnectLine" presStyleLbl="sibTrans1D1" presStyleIdx="2" presStyleCnt="3"/>
      <dgm:spPr/>
    </dgm:pt>
    <dgm:pt modelId="{13E4869F-D671-4518-A2EA-31E44378240D}" type="pres">
      <dgm:prSet presAssocID="{61622697-0CD0-4FA7-8ED7-61EEAA195F11}" presName="ConnectorPoint" presStyleLbl="node1" presStyleIdx="2" presStyleCnt="3"/>
      <dgm:spPr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1F455D56-0CED-4A14-BE1E-2FFFEF41AE6E}" type="pres">
      <dgm:prSet presAssocID="{61622697-0CD0-4FA7-8ED7-61EEAA195F11}" presName="EmptyPlaceHolder" presStyleCnt="0"/>
      <dgm:spPr/>
    </dgm:pt>
  </dgm:ptLst>
  <dgm:cxnLst>
    <dgm:cxn modelId="{F4D9BE14-C5D8-4C9C-8163-7501E88B7A87}" type="presOf" srcId="{5C47FC41-0C08-4759-BCEE-CBF5607311B7}" destId="{C336441D-0DC8-4634-B87C-89131C882990}" srcOrd="0" destOrd="0" presId="urn:microsoft.com/office/officeart/2017/3/layout/HorizontalLabelsTimeline"/>
    <dgm:cxn modelId="{E941435B-1C4B-4B0C-9556-AF4D319E7F55}" srcId="{9DCCAFE8-6E11-4235-852F-330AA7D6B258}" destId="{61622697-0CD0-4FA7-8ED7-61EEAA195F11}" srcOrd="2" destOrd="0" parTransId="{8AFDD491-2EDE-4DD1-AF83-D0C83B632CCC}" sibTransId="{ED558301-985A-408B-B44C-84A9E001292E}"/>
    <dgm:cxn modelId="{4B5F815E-56CB-4314-8251-B2E590A7AE06}" srcId="{919F8DDA-0DBA-418A-AB35-709B1E41A338}" destId="{DB779ABE-AFB1-4DD0-8918-6696EB3E86AD}" srcOrd="0" destOrd="0" parTransId="{3ABC18CC-8A22-4134-AC18-E56CB88728B2}" sibTransId="{AEADD6FC-672F-4F7C-9F85-E348462AF55B}"/>
    <dgm:cxn modelId="{93EAFE42-98A5-4D08-90B7-9C04EBD8EAFE}" srcId="{9DCCAFE8-6E11-4235-852F-330AA7D6B258}" destId="{712D78F5-F1CF-445F-8764-278E53A7B839}" srcOrd="0" destOrd="0" parTransId="{8E6B8022-E73F-460C-91A2-2AE368698804}" sibTransId="{3FEA5251-6DFF-4A03-8176-F48C520B976A}"/>
    <dgm:cxn modelId="{BF132451-5354-4FD1-BDC4-1A06AA7C9CC9}" srcId="{61622697-0CD0-4FA7-8ED7-61EEAA195F11}" destId="{5C47FC41-0C08-4759-BCEE-CBF5607311B7}" srcOrd="0" destOrd="0" parTransId="{8253483A-AD98-4EF1-85DA-729C4CD781A8}" sibTransId="{C6D7E543-9244-40C2-AC1C-3F0B7231E316}"/>
    <dgm:cxn modelId="{926E729B-03F2-4DBB-B761-0D32A1582E6B}" type="presOf" srcId="{9DCCAFE8-6E11-4235-852F-330AA7D6B258}" destId="{EE36B3AD-B030-4573-BAE0-583D1E34DDB2}" srcOrd="0" destOrd="0" presId="urn:microsoft.com/office/officeart/2017/3/layout/HorizontalLabelsTimeline"/>
    <dgm:cxn modelId="{1B03969B-6DEA-4E54-A78F-4E073AFD570E}" srcId="{712D78F5-F1CF-445F-8764-278E53A7B839}" destId="{AE80BDDF-D0B1-42F3-AD2F-A77200221822}" srcOrd="0" destOrd="0" parTransId="{660EF164-28B7-4781-8EB2-414D47C121DB}" sibTransId="{AA8C33B9-EC95-4E2E-997E-DA0C26AE4FBB}"/>
    <dgm:cxn modelId="{A060FDB7-EA93-424A-A3E5-81E11D4FFDC1}" type="presOf" srcId="{AE80BDDF-D0B1-42F3-AD2F-A77200221822}" destId="{06D9CEC4-60C0-4507-A6DA-4A7F60507784}" srcOrd="0" destOrd="0" presId="urn:microsoft.com/office/officeart/2017/3/layout/HorizontalLabelsTimeline"/>
    <dgm:cxn modelId="{5D2D3EBF-D088-49DE-B349-71C0F3E46667}" type="presOf" srcId="{DB779ABE-AFB1-4DD0-8918-6696EB3E86AD}" destId="{FE7ED002-33B6-4A67-8932-01C13DA43EB6}" srcOrd="0" destOrd="0" presId="urn:microsoft.com/office/officeart/2017/3/layout/HorizontalLabelsTimeline"/>
    <dgm:cxn modelId="{48D028C7-677E-4704-8204-39D1CA5229A4}" srcId="{9DCCAFE8-6E11-4235-852F-330AA7D6B258}" destId="{919F8DDA-0DBA-418A-AB35-709B1E41A338}" srcOrd="1" destOrd="0" parTransId="{15DD2C24-68E1-479D-B7CE-3AEB9EEDA75F}" sibTransId="{B4D32FCB-9952-4A04-B0EC-9AEDA9C8CCA8}"/>
    <dgm:cxn modelId="{EBFD2ACD-47D7-4365-B2E5-33B1C728D262}" type="presOf" srcId="{712D78F5-F1CF-445F-8764-278E53A7B839}" destId="{F6119629-A4F7-4DBD-A281-98CD4329D041}" srcOrd="0" destOrd="0" presId="urn:microsoft.com/office/officeart/2017/3/layout/HorizontalLabelsTimeline"/>
    <dgm:cxn modelId="{04DC78D2-50D4-422D-814F-CE77310FDE4D}" type="presOf" srcId="{919F8DDA-0DBA-418A-AB35-709B1E41A338}" destId="{DC8104CF-BC91-4AAA-B5DE-0598E25683A1}" srcOrd="0" destOrd="0" presId="urn:microsoft.com/office/officeart/2017/3/layout/HorizontalLabelsTimeline"/>
    <dgm:cxn modelId="{7E22D9DC-C399-495D-B7CA-574C49D5A7E6}" type="presOf" srcId="{61622697-0CD0-4FA7-8ED7-61EEAA195F11}" destId="{B9CF278E-C36B-4902-9CE5-59C99BB8A753}" srcOrd="0" destOrd="0" presId="urn:microsoft.com/office/officeart/2017/3/layout/HorizontalLabelsTimeline"/>
    <dgm:cxn modelId="{2192F3C8-70AA-443F-AC00-CFF2E71EEBF7}" type="presParOf" srcId="{EE36B3AD-B030-4573-BAE0-583D1E34DDB2}" destId="{A40FC4B5-05B3-4B2C-9FD8-44734A42BDC5}" srcOrd="0" destOrd="0" presId="urn:microsoft.com/office/officeart/2017/3/layout/HorizontalLabelsTimeline"/>
    <dgm:cxn modelId="{F97E9D14-8E6B-479F-BA66-8292B1FA4C17}" type="presParOf" srcId="{EE36B3AD-B030-4573-BAE0-583D1E34DDB2}" destId="{180A0666-B3C8-45BC-8805-B8C8FE8A9085}" srcOrd="1" destOrd="0" presId="urn:microsoft.com/office/officeart/2017/3/layout/HorizontalLabelsTimeline"/>
    <dgm:cxn modelId="{3D398CC8-91A0-44F9-9A26-EF8953789F56}" type="presParOf" srcId="{180A0666-B3C8-45BC-8805-B8C8FE8A9085}" destId="{84F5B26C-7996-4444-B14B-8319E9B727D5}" srcOrd="0" destOrd="0" presId="urn:microsoft.com/office/officeart/2017/3/layout/HorizontalLabelsTimeline"/>
    <dgm:cxn modelId="{17D2BB87-7FFA-486E-9E55-C265824AF2D3}" type="presParOf" srcId="{84F5B26C-7996-4444-B14B-8319E9B727D5}" destId="{F6119629-A4F7-4DBD-A281-98CD4329D041}" srcOrd="0" destOrd="0" presId="urn:microsoft.com/office/officeart/2017/3/layout/HorizontalLabelsTimeline"/>
    <dgm:cxn modelId="{427793FB-789D-4738-A3FD-4A544C5E50CA}" type="presParOf" srcId="{84F5B26C-7996-4444-B14B-8319E9B727D5}" destId="{C061C822-5709-4AB6-A1A6-7F75462275DA}" srcOrd="1" destOrd="0" presId="urn:microsoft.com/office/officeart/2017/3/layout/HorizontalLabelsTimeline"/>
    <dgm:cxn modelId="{63942EEE-FC75-41D2-AD51-D86B63DD55A6}" type="presParOf" srcId="{C061C822-5709-4AB6-A1A6-7F75462275DA}" destId="{06D9CEC4-60C0-4507-A6DA-4A7F60507784}" srcOrd="0" destOrd="0" presId="urn:microsoft.com/office/officeart/2017/3/layout/HorizontalLabelsTimeline"/>
    <dgm:cxn modelId="{15DA97BB-74D3-45F9-88F3-A22DCCC1A2CD}" type="presParOf" srcId="{C061C822-5709-4AB6-A1A6-7F75462275DA}" destId="{084A0704-419C-4B6B-8E7D-5BCAF5BF1174}" srcOrd="1" destOrd="0" presId="urn:microsoft.com/office/officeart/2017/3/layout/HorizontalLabelsTimeline"/>
    <dgm:cxn modelId="{FDF54402-5EFB-4FDF-88E7-F1D0D978ED6E}" type="presParOf" srcId="{84F5B26C-7996-4444-B14B-8319E9B727D5}" destId="{92FF06BD-1528-4F6A-8E9A-6D48610C44CD}" srcOrd="2" destOrd="0" presId="urn:microsoft.com/office/officeart/2017/3/layout/HorizontalLabelsTimeline"/>
    <dgm:cxn modelId="{08EFD7C7-CD99-4EB1-9583-A3637C1BA691}" type="presParOf" srcId="{84F5B26C-7996-4444-B14B-8319E9B727D5}" destId="{3D71A313-4EB7-4107-9CBE-56D00913CFBC}" srcOrd="3" destOrd="0" presId="urn:microsoft.com/office/officeart/2017/3/layout/HorizontalLabelsTimeline"/>
    <dgm:cxn modelId="{B1F438C5-F1A3-46BB-ADC1-FF579D8B7BF1}" type="presParOf" srcId="{84F5B26C-7996-4444-B14B-8319E9B727D5}" destId="{AA164900-47F3-4BDE-8003-9BB3C6E39D54}" srcOrd="4" destOrd="0" presId="urn:microsoft.com/office/officeart/2017/3/layout/HorizontalLabelsTimeline"/>
    <dgm:cxn modelId="{E80D4E24-6925-45BD-9ED8-94B1ED142D14}" type="presParOf" srcId="{180A0666-B3C8-45BC-8805-B8C8FE8A9085}" destId="{60AC3B2E-E942-4CEE-B4A3-ED964D20FBEB}" srcOrd="1" destOrd="0" presId="urn:microsoft.com/office/officeart/2017/3/layout/HorizontalLabelsTimeline"/>
    <dgm:cxn modelId="{7CEBFD13-6BED-4A53-BE9C-FCC1C43F21DE}" type="presParOf" srcId="{180A0666-B3C8-45BC-8805-B8C8FE8A9085}" destId="{72108C1F-4B6C-4AF2-B84F-C0E5E3DDDA5C}" srcOrd="2" destOrd="0" presId="urn:microsoft.com/office/officeart/2017/3/layout/HorizontalLabelsTimeline"/>
    <dgm:cxn modelId="{E2C5BDCA-79F0-4CB7-A629-E448A4C0BF33}" type="presParOf" srcId="{72108C1F-4B6C-4AF2-B84F-C0E5E3DDDA5C}" destId="{DC8104CF-BC91-4AAA-B5DE-0598E25683A1}" srcOrd="0" destOrd="0" presId="urn:microsoft.com/office/officeart/2017/3/layout/HorizontalLabelsTimeline"/>
    <dgm:cxn modelId="{B974600E-0145-4E0F-9AD8-AF5157716CC2}" type="presParOf" srcId="{72108C1F-4B6C-4AF2-B84F-C0E5E3DDDA5C}" destId="{33F188C7-E8A6-480E-90A8-2C3BBA6D18F2}" srcOrd="1" destOrd="0" presId="urn:microsoft.com/office/officeart/2017/3/layout/HorizontalLabelsTimeline"/>
    <dgm:cxn modelId="{E8A74EA1-76CC-49D2-AD73-0A78A8562FA3}" type="presParOf" srcId="{33F188C7-E8A6-480E-90A8-2C3BBA6D18F2}" destId="{FE7ED002-33B6-4A67-8932-01C13DA43EB6}" srcOrd="0" destOrd="0" presId="urn:microsoft.com/office/officeart/2017/3/layout/HorizontalLabelsTimeline"/>
    <dgm:cxn modelId="{6239A28B-2203-4B13-9831-76D9B654B2A2}" type="presParOf" srcId="{33F188C7-E8A6-480E-90A8-2C3BBA6D18F2}" destId="{0B31319F-EB0C-4627-96FF-04B3A5C731A5}" srcOrd="1" destOrd="0" presId="urn:microsoft.com/office/officeart/2017/3/layout/HorizontalLabelsTimeline"/>
    <dgm:cxn modelId="{E550726D-41B4-4A82-B3C9-5A9744DE6721}" type="presParOf" srcId="{72108C1F-4B6C-4AF2-B84F-C0E5E3DDDA5C}" destId="{F9042EAC-E159-48D8-A54D-3CC1EE6387BF}" srcOrd="2" destOrd="0" presId="urn:microsoft.com/office/officeart/2017/3/layout/HorizontalLabelsTimeline"/>
    <dgm:cxn modelId="{590E21D5-6E58-4676-ABDF-029732741C78}" type="presParOf" srcId="{72108C1F-4B6C-4AF2-B84F-C0E5E3DDDA5C}" destId="{8FBE5B58-8655-4BF2-BC7D-7F015E392FDC}" srcOrd="3" destOrd="0" presId="urn:microsoft.com/office/officeart/2017/3/layout/HorizontalLabelsTimeline"/>
    <dgm:cxn modelId="{03698557-83D9-4EB2-BEA2-D9B68E174900}" type="presParOf" srcId="{72108C1F-4B6C-4AF2-B84F-C0E5E3DDDA5C}" destId="{77E9DC5D-CA5D-40D5-92BD-DACBE2D54899}" srcOrd="4" destOrd="0" presId="urn:microsoft.com/office/officeart/2017/3/layout/HorizontalLabelsTimeline"/>
    <dgm:cxn modelId="{E897ECB3-50BD-47AB-8AA3-2D76B1A2BC84}" type="presParOf" srcId="{180A0666-B3C8-45BC-8805-B8C8FE8A9085}" destId="{ED5B8352-FAEE-4CCD-8EC4-93BE1468123F}" srcOrd="3" destOrd="0" presId="urn:microsoft.com/office/officeart/2017/3/layout/HorizontalLabelsTimeline"/>
    <dgm:cxn modelId="{9010484B-A59C-4711-9F43-93C21C61226A}" type="presParOf" srcId="{180A0666-B3C8-45BC-8805-B8C8FE8A9085}" destId="{2153BB26-957C-4918-8B38-3ED89B153DB6}" srcOrd="4" destOrd="0" presId="urn:microsoft.com/office/officeart/2017/3/layout/HorizontalLabelsTimeline"/>
    <dgm:cxn modelId="{8F818444-E885-408F-966E-E975C812F6FE}" type="presParOf" srcId="{2153BB26-957C-4918-8B38-3ED89B153DB6}" destId="{B9CF278E-C36B-4902-9CE5-59C99BB8A753}" srcOrd="0" destOrd="0" presId="urn:microsoft.com/office/officeart/2017/3/layout/HorizontalLabelsTimeline"/>
    <dgm:cxn modelId="{6E8010E7-B107-41F4-8CD1-E2B197320136}" type="presParOf" srcId="{2153BB26-957C-4918-8B38-3ED89B153DB6}" destId="{D645AA18-7258-465D-9313-3F1B32D75D86}" srcOrd="1" destOrd="0" presId="urn:microsoft.com/office/officeart/2017/3/layout/HorizontalLabelsTimeline"/>
    <dgm:cxn modelId="{3E68A8A8-DD90-4CC7-8874-1FC72652EF72}" type="presParOf" srcId="{D645AA18-7258-465D-9313-3F1B32D75D86}" destId="{C336441D-0DC8-4634-B87C-89131C882990}" srcOrd="0" destOrd="0" presId="urn:microsoft.com/office/officeart/2017/3/layout/HorizontalLabelsTimeline"/>
    <dgm:cxn modelId="{5BBB945A-C541-40AB-B567-6B9A1B8014C4}" type="presParOf" srcId="{D645AA18-7258-465D-9313-3F1B32D75D86}" destId="{46EDBA4E-7A4D-4B68-AA1F-D5266C42E1D0}" srcOrd="1" destOrd="0" presId="urn:microsoft.com/office/officeart/2017/3/layout/HorizontalLabelsTimeline"/>
    <dgm:cxn modelId="{FA4C27B4-ACFC-4341-8CEB-D4EE6CEDF7C2}" type="presParOf" srcId="{2153BB26-957C-4918-8B38-3ED89B153DB6}" destId="{7E7197A1-B535-45A8-B7BD-1ED98261770D}" srcOrd="2" destOrd="0" presId="urn:microsoft.com/office/officeart/2017/3/layout/HorizontalLabelsTimeline"/>
    <dgm:cxn modelId="{7717A264-9A9B-4A68-AAD5-4841360A2EE8}" type="presParOf" srcId="{2153BB26-957C-4918-8B38-3ED89B153DB6}" destId="{13E4869F-D671-4518-A2EA-31E44378240D}" srcOrd="3" destOrd="0" presId="urn:microsoft.com/office/officeart/2017/3/layout/HorizontalLabelsTimeline"/>
    <dgm:cxn modelId="{0CF157A3-6C53-4CDE-A40C-4A0FDBA03613}" type="presParOf" srcId="{2153BB26-957C-4918-8B38-3ED89B153DB6}" destId="{1F455D56-0CED-4A14-BE1E-2FFFEF41AE6E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1B5D40-63AD-49D8-A33B-E628BA3C0C6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6B49261-A3A5-4C3E-8F6B-1CCE7B788B0D}">
      <dgm:prSet phldrT="[Testo]" phldr="0"/>
      <dgm:spPr/>
      <dgm:t>
        <a:bodyPr/>
        <a:lstStyle/>
        <a:p>
          <a:pPr rtl="0"/>
          <a:r>
            <a:rPr lang="it-IT" dirty="0">
              <a:solidFill>
                <a:srgbClr val="F8FAFF"/>
              </a:solidFill>
            </a:rPr>
            <a:t>Log </a:t>
          </a:r>
          <a:r>
            <a:rPr lang="it-IT" dirty="0">
              <a:latin typeface="Aptos"/>
            </a:rPr>
            <a:t>Filtering</a:t>
          </a:r>
          <a:endParaRPr lang="it-IT" dirty="0"/>
        </a:p>
      </dgm:t>
    </dgm:pt>
    <dgm:pt modelId="{C9DBBF05-DFAF-4E2E-8B62-38BD929D5955}" type="parTrans" cxnId="{B809EC52-A5D4-48A5-AE8D-6046346F6096}">
      <dgm:prSet/>
      <dgm:spPr/>
    </dgm:pt>
    <dgm:pt modelId="{6997DC90-60DD-42D9-8FD5-CC0F4452F422}" type="sibTrans" cxnId="{B809EC52-A5D4-48A5-AE8D-6046346F6096}">
      <dgm:prSet/>
      <dgm:spPr/>
    </dgm:pt>
    <dgm:pt modelId="{FBD3C071-7AF5-4F79-B4D1-85C1F6D9BB5B}">
      <dgm:prSet phldrT="[Testo]" phldr="0"/>
      <dgm:spPr/>
      <dgm:t>
        <a:bodyPr/>
        <a:lstStyle/>
        <a:p>
          <a:pPr rtl="0"/>
          <a:r>
            <a:rPr lang="it-IT" dirty="0" err="1">
              <a:solidFill>
                <a:srgbClr val="F8FAFF"/>
              </a:solidFill>
            </a:rPr>
            <a:t>Process</a:t>
          </a:r>
          <a:r>
            <a:rPr lang="it-IT" dirty="0">
              <a:solidFill>
                <a:srgbClr val="F8FAFF"/>
              </a:solidFill>
            </a:rPr>
            <a:t> </a:t>
          </a:r>
          <a:r>
            <a:rPr lang="it-IT" dirty="0">
              <a:latin typeface="Aptos"/>
            </a:rPr>
            <a:t>Discovery</a:t>
          </a:r>
          <a:endParaRPr lang="it-IT" dirty="0"/>
        </a:p>
      </dgm:t>
    </dgm:pt>
    <dgm:pt modelId="{7C0CBCD5-1661-4D56-9B7A-512131DFABA7}" type="parTrans" cxnId="{6F76B590-FA19-4172-9152-FB3CA901B780}">
      <dgm:prSet/>
      <dgm:spPr/>
    </dgm:pt>
    <dgm:pt modelId="{A3A5F22E-9DC0-44A0-B488-4554B80EDDCF}" type="sibTrans" cxnId="{6F76B590-FA19-4172-9152-FB3CA901B780}">
      <dgm:prSet/>
      <dgm:spPr/>
    </dgm:pt>
    <dgm:pt modelId="{D5591C54-44FD-465E-915F-0CF21C287794}">
      <dgm:prSet phldrT="[Testo]" phldr="0"/>
      <dgm:spPr/>
      <dgm:t>
        <a:bodyPr/>
        <a:lstStyle/>
        <a:p>
          <a:r>
            <a:rPr lang="it-IT" dirty="0" err="1">
              <a:solidFill>
                <a:srgbClr val="F8FAFF"/>
              </a:solidFill>
            </a:rPr>
            <a:t>Validation</a:t>
          </a:r>
          <a:endParaRPr lang="it-IT" dirty="0"/>
        </a:p>
      </dgm:t>
    </dgm:pt>
    <dgm:pt modelId="{A874C715-D43A-4BD6-A95A-ABF7768EB9B0}" type="parTrans" cxnId="{10C74142-1A2F-4CCB-9E41-03BB81900E4B}">
      <dgm:prSet/>
      <dgm:spPr/>
    </dgm:pt>
    <dgm:pt modelId="{A6076916-6F10-4AEE-887F-FECD74F3D38C}" type="sibTrans" cxnId="{10C74142-1A2F-4CCB-9E41-03BB81900E4B}">
      <dgm:prSet/>
      <dgm:spPr/>
    </dgm:pt>
    <dgm:pt modelId="{ECC0BE18-6BF3-4C5F-878A-509D234E3289}" type="pres">
      <dgm:prSet presAssocID="{981B5D40-63AD-49D8-A33B-E628BA3C0C63}" presName="Name0" presStyleCnt="0">
        <dgm:presLayoutVars>
          <dgm:dir/>
          <dgm:animLvl val="lvl"/>
          <dgm:resizeHandles val="exact"/>
        </dgm:presLayoutVars>
      </dgm:prSet>
      <dgm:spPr/>
    </dgm:pt>
    <dgm:pt modelId="{8D19C49A-9D84-4D79-BC6F-77B614F92BCA}" type="pres">
      <dgm:prSet presAssocID="{16B49261-A3A5-4C3E-8F6B-1CCE7B788B0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7BD0AFB-C281-469C-AC37-F2FBD2F81248}" type="pres">
      <dgm:prSet presAssocID="{6997DC90-60DD-42D9-8FD5-CC0F4452F422}" presName="parTxOnlySpace" presStyleCnt="0"/>
      <dgm:spPr/>
    </dgm:pt>
    <dgm:pt modelId="{B88C1EBA-EAA4-419C-80C9-D6096EC6B04C}" type="pres">
      <dgm:prSet presAssocID="{FBD3C071-7AF5-4F79-B4D1-85C1F6D9BB5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4FA50E8-7FDC-415A-A955-4EE6ED1F0285}" type="pres">
      <dgm:prSet presAssocID="{A3A5F22E-9DC0-44A0-B488-4554B80EDDCF}" presName="parTxOnlySpace" presStyleCnt="0"/>
      <dgm:spPr/>
    </dgm:pt>
    <dgm:pt modelId="{C2FE84D1-4161-42D0-8011-245023129DF0}" type="pres">
      <dgm:prSet presAssocID="{D5591C54-44FD-465E-915F-0CF21C28779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009CF04-7BA2-48FE-BA7B-9C5FB5AEFA41}" type="presOf" srcId="{981B5D40-63AD-49D8-A33B-E628BA3C0C63}" destId="{ECC0BE18-6BF3-4C5F-878A-509D234E3289}" srcOrd="0" destOrd="0" presId="urn:microsoft.com/office/officeart/2005/8/layout/chevron1"/>
    <dgm:cxn modelId="{7DBB573F-4392-451B-8776-C7F98BA4ADD2}" type="presOf" srcId="{FBD3C071-7AF5-4F79-B4D1-85C1F6D9BB5B}" destId="{B88C1EBA-EAA4-419C-80C9-D6096EC6B04C}" srcOrd="0" destOrd="0" presId="urn:microsoft.com/office/officeart/2005/8/layout/chevron1"/>
    <dgm:cxn modelId="{10C74142-1A2F-4CCB-9E41-03BB81900E4B}" srcId="{981B5D40-63AD-49D8-A33B-E628BA3C0C63}" destId="{D5591C54-44FD-465E-915F-0CF21C287794}" srcOrd="2" destOrd="0" parTransId="{A874C715-D43A-4BD6-A95A-ABF7768EB9B0}" sibTransId="{A6076916-6F10-4AEE-887F-FECD74F3D38C}"/>
    <dgm:cxn modelId="{68B3B368-672C-4818-A1CF-93713E4DEEEA}" type="presOf" srcId="{D5591C54-44FD-465E-915F-0CF21C287794}" destId="{C2FE84D1-4161-42D0-8011-245023129DF0}" srcOrd="0" destOrd="0" presId="urn:microsoft.com/office/officeart/2005/8/layout/chevron1"/>
    <dgm:cxn modelId="{B809EC52-A5D4-48A5-AE8D-6046346F6096}" srcId="{981B5D40-63AD-49D8-A33B-E628BA3C0C63}" destId="{16B49261-A3A5-4C3E-8F6B-1CCE7B788B0D}" srcOrd="0" destOrd="0" parTransId="{C9DBBF05-DFAF-4E2E-8B62-38BD929D5955}" sibTransId="{6997DC90-60DD-42D9-8FD5-CC0F4452F422}"/>
    <dgm:cxn modelId="{6D1FBD7A-FABE-435F-B6E1-BF69BE9E20EF}" type="presOf" srcId="{16B49261-A3A5-4C3E-8F6B-1CCE7B788B0D}" destId="{8D19C49A-9D84-4D79-BC6F-77B614F92BCA}" srcOrd="0" destOrd="0" presId="urn:microsoft.com/office/officeart/2005/8/layout/chevron1"/>
    <dgm:cxn modelId="{6F76B590-FA19-4172-9152-FB3CA901B780}" srcId="{981B5D40-63AD-49D8-A33B-E628BA3C0C63}" destId="{FBD3C071-7AF5-4F79-B4D1-85C1F6D9BB5B}" srcOrd="1" destOrd="0" parTransId="{7C0CBCD5-1661-4D56-9B7A-512131DFABA7}" sibTransId="{A3A5F22E-9DC0-44A0-B488-4554B80EDDCF}"/>
    <dgm:cxn modelId="{5DE5B84A-9466-4020-99E3-CB9308E62F9F}" type="presParOf" srcId="{ECC0BE18-6BF3-4C5F-878A-509D234E3289}" destId="{8D19C49A-9D84-4D79-BC6F-77B614F92BCA}" srcOrd="0" destOrd="0" presId="urn:microsoft.com/office/officeart/2005/8/layout/chevron1"/>
    <dgm:cxn modelId="{D1DBA003-0615-4A4A-83BB-0D1E761DEF85}" type="presParOf" srcId="{ECC0BE18-6BF3-4C5F-878A-509D234E3289}" destId="{A7BD0AFB-C281-469C-AC37-F2FBD2F81248}" srcOrd="1" destOrd="0" presId="urn:microsoft.com/office/officeart/2005/8/layout/chevron1"/>
    <dgm:cxn modelId="{E20EEF4B-56EA-44C6-9F1B-D936A76D65C9}" type="presParOf" srcId="{ECC0BE18-6BF3-4C5F-878A-509D234E3289}" destId="{B88C1EBA-EAA4-419C-80C9-D6096EC6B04C}" srcOrd="2" destOrd="0" presId="urn:microsoft.com/office/officeart/2005/8/layout/chevron1"/>
    <dgm:cxn modelId="{00E30578-AFCC-4C58-A311-2539DD42BEDC}" type="presParOf" srcId="{ECC0BE18-6BF3-4C5F-878A-509D234E3289}" destId="{74FA50E8-7FDC-415A-A955-4EE6ED1F0285}" srcOrd="3" destOrd="0" presId="urn:microsoft.com/office/officeart/2005/8/layout/chevron1"/>
    <dgm:cxn modelId="{32530754-A7B8-4C76-AB27-51AE625D35AF}" type="presParOf" srcId="{ECC0BE18-6BF3-4C5F-878A-509D234E3289}" destId="{C2FE84D1-4161-42D0-8011-245023129DF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1B5D40-63AD-49D8-A33B-E628BA3C0C6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6B49261-A3A5-4C3E-8F6B-1CCE7B788B0D}">
      <dgm:prSet phldrT="[Testo]" phldr="0"/>
      <dgm:spPr/>
      <dgm:t>
        <a:bodyPr/>
        <a:lstStyle/>
        <a:p>
          <a:pPr rtl="0"/>
          <a:r>
            <a:rPr lang="it-IT" dirty="0">
              <a:solidFill>
                <a:srgbClr val="F8FAFF"/>
              </a:solidFill>
            </a:rPr>
            <a:t>Feature </a:t>
          </a:r>
          <a:r>
            <a:rPr lang="it-IT" dirty="0">
              <a:latin typeface="Aptos"/>
            </a:rPr>
            <a:t>Engineering</a:t>
          </a:r>
          <a:endParaRPr lang="it-IT" dirty="0"/>
        </a:p>
      </dgm:t>
    </dgm:pt>
    <dgm:pt modelId="{C9DBBF05-DFAF-4E2E-8B62-38BD929D5955}" type="parTrans" cxnId="{B809EC52-A5D4-48A5-AE8D-6046346F6096}">
      <dgm:prSet/>
      <dgm:spPr/>
    </dgm:pt>
    <dgm:pt modelId="{6997DC90-60DD-42D9-8FD5-CC0F4452F422}" type="sibTrans" cxnId="{B809EC52-A5D4-48A5-AE8D-6046346F6096}">
      <dgm:prSet/>
      <dgm:spPr/>
    </dgm:pt>
    <dgm:pt modelId="{FBD3C071-7AF5-4F79-B4D1-85C1F6D9BB5B}">
      <dgm:prSet phldrT="[Testo]" phldr="0"/>
      <dgm:spPr/>
      <dgm:t>
        <a:bodyPr/>
        <a:lstStyle/>
        <a:p>
          <a:pPr rtl="0"/>
          <a:r>
            <a:rPr lang="it-IT" dirty="0">
              <a:solidFill>
                <a:srgbClr val="F8FAFF"/>
              </a:solidFill>
            </a:rPr>
            <a:t>Class </a:t>
          </a:r>
          <a:r>
            <a:rPr lang="it-IT" dirty="0">
              <a:latin typeface="Aptos"/>
            </a:rPr>
            <a:t>Balancing</a:t>
          </a:r>
          <a:endParaRPr lang="it-IT" dirty="0"/>
        </a:p>
      </dgm:t>
    </dgm:pt>
    <dgm:pt modelId="{7C0CBCD5-1661-4D56-9B7A-512131DFABA7}" type="parTrans" cxnId="{6F76B590-FA19-4172-9152-FB3CA901B780}">
      <dgm:prSet/>
      <dgm:spPr/>
    </dgm:pt>
    <dgm:pt modelId="{A3A5F22E-9DC0-44A0-B488-4554B80EDDCF}" type="sibTrans" cxnId="{6F76B590-FA19-4172-9152-FB3CA901B780}">
      <dgm:prSet/>
      <dgm:spPr/>
    </dgm:pt>
    <dgm:pt modelId="{D5591C54-44FD-465E-915F-0CF21C287794}">
      <dgm:prSet phldrT="[Testo]" phldr="0"/>
      <dgm:spPr/>
      <dgm:t>
        <a:bodyPr/>
        <a:lstStyle/>
        <a:p>
          <a:pPr rtl="0"/>
          <a:r>
            <a:rPr lang="it-IT" dirty="0">
              <a:solidFill>
                <a:srgbClr val="F8FAFF"/>
              </a:solidFill>
            </a:rPr>
            <a:t>Random Forest </a:t>
          </a:r>
          <a:r>
            <a:rPr lang="it-IT" dirty="0">
              <a:latin typeface="Aptos"/>
            </a:rPr>
            <a:t>Modeling</a:t>
          </a:r>
          <a:endParaRPr lang="it-IT" dirty="0"/>
        </a:p>
      </dgm:t>
    </dgm:pt>
    <dgm:pt modelId="{A874C715-D43A-4BD6-A95A-ABF7768EB9B0}" type="parTrans" cxnId="{10C74142-1A2F-4CCB-9E41-03BB81900E4B}">
      <dgm:prSet/>
      <dgm:spPr/>
    </dgm:pt>
    <dgm:pt modelId="{A6076916-6F10-4AEE-887F-FECD74F3D38C}" type="sibTrans" cxnId="{10C74142-1A2F-4CCB-9E41-03BB81900E4B}">
      <dgm:prSet/>
      <dgm:spPr/>
    </dgm:pt>
    <dgm:pt modelId="{ECC0BE18-6BF3-4C5F-878A-509D234E3289}" type="pres">
      <dgm:prSet presAssocID="{981B5D40-63AD-49D8-A33B-E628BA3C0C63}" presName="Name0" presStyleCnt="0">
        <dgm:presLayoutVars>
          <dgm:dir/>
          <dgm:animLvl val="lvl"/>
          <dgm:resizeHandles val="exact"/>
        </dgm:presLayoutVars>
      </dgm:prSet>
      <dgm:spPr/>
    </dgm:pt>
    <dgm:pt modelId="{8D19C49A-9D84-4D79-BC6F-77B614F92BCA}" type="pres">
      <dgm:prSet presAssocID="{16B49261-A3A5-4C3E-8F6B-1CCE7B788B0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7BD0AFB-C281-469C-AC37-F2FBD2F81248}" type="pres">
      <dgm:prSet presAssocID="{6997DC90-60DD-42D9-8FD5-CC0F4452F422}" presName="parTxOnlySpace" presStyleCnt="0"/>
      <dgm:spPr/>
    </dgm:pt>
    <dgm:pt modelId="{B88C1EBA-EAA4-419C-80C9-D6096EC6B04C}" type="pres">
      <dgm:prSet presAssocID="{FBD3C071-7AF5-4F79-B4D1-85C1F6D9BB5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4FA50E8-7FDC-415A-A955-4EE6ED1F0285}" type="pres">
      <dgm:prSet presAssocID="{A3A5F22E-9DC0-44A0-B488-4554B80EDDCF}" presName="parTxOnlySpace" presStyleCnt="0"/>
      <dgm:spPr/>
    </dgm:pt>
    <dgm:pt modelId="{C2FE84D1-4161-42D0-8011-245023129DF0}" type="pres">
      <dgm:prSet presAssocID="{D5591C54-44FD-465E-915F-0CF21C28779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009CF04-7BA2-48FE-BA7B-9C5FB5AEFA41}" type="presOf" srcId="{981B5D40-63AD-49D8-A33B-E628BA3C0C63}" destId="{ECC0BE18-6BF3-4C5F-878A-509D234E3289}" srcOrd="0" destOrd="0" presId="urn:microsoft.com/office/officeart/2005/8/layout/chevron1"/>
    <dgm:cxn modelId="{7DBB573F-4392-451B-8776-C7F98BA4ADD2}" type="presOf" srcId="{FBD3C071-7AF5-4F79-B4D1-85C1F6D9BB5B}" destId="{B88C1EBA-EAA4-419C-80C9-D6096EC6B04C}" srcOrd="0" destOrd="0" presId="urn:microsoft.com/office/officeart/2005/8/layout/chevron1"/>
    <dgm:cxn modelId="{10C74142-1A2F-4CCB-9E41-03BB81900E4B}" srcId="{981B5D40-63AD-49D8-A33B-E628BA3C0C63}" destId="{D5591C54-44FD-465E-915F-0CF21C287794}" srcOrd="2" destOrd="0" parTransId="{A874C715-D43A-4BD6-A95A-ABF7768EB9B0}" sibTransId="{A6076916-6F10-4AEE-887F-FECD74F3D38C}"/>
    <dgm:cxn modelId="{68B3B368-672C-4818-A1CF-93713E4DEEEA}" type="presOf" srcId="{D5591C54-44FD-465E-915F-0CF21C287794}" destId="{C2FE84D1-4161-42D0-8011-245023129DF0}" srcOrd="0" destOrd="0" presId="urn:microsoft.com/office/officeart/2005/8/layout/chevron1"/>
    <dgm:cxn modelId="{B809EC52-A5D4-48A5-AE8D-6046346F6096}" srcId="{981B5D40-63AD-49D8-A33B-E628BA3C0C63}" destId="{16B49261-A3A5-4C3E-8F6B-1CCE7B788B0D}" srcOrd="0" destOrd="0" parTransId="{C9DBBF05-DFAF-4E2E-8B62-38BD929D5955}" sibTransId="{6997DC90-60DD-42D9-8FD5-CC0F4452F422}"/>
    <dgm:cxn modelId="{6D1FBD7A-FABE-435F-B6E1-BF69BE9E20EF}" type="presOf" srcId="{16B49261-A3A5-4C3E-8F6B-1CCE7B788B0D}" destId="{8D19C49A-9D84-4D79-BC6F-77B614F92BCA}" srcOrd="0" destOrd="0" presId="urn:microsoft.com/office/officeart/2005/8/layout/chevron1"/>
    <dgm:cxn modelId="{6F76B590-FA19-4172-9152-FB3CA901B780}" srcId="{981B5D40-63AD-49D8-A33B-E628BA3C0C63}" destId="{FBD3C071-7AF5-4F79-B4D1-85C1F6D9BB5B}" srcOrd="1" destOrd="0" parTransId="{7C0CBCD5-1661-4D56-9B7A-512131DFABA7}" sibTransId="{A3A5F22E-9DC0-44A0-B488-4554B80EDDCF}"/>
    <dgm:cxn modelId="{5DE5B84A-9466-4020-99E3-CB9308E62F9F}" type="presParOf" srcId="{ECC0BE18-6BF3-4C5F-878A-509D234E3289}" destId="{8D19C49A-9D84-4D79-BC6F-77B614F92BCA}" srcOrd="0" destOrd="0" presId="urn:microsoft.com/office/officeart/2005/8/layout/chevron1"/>
    <dgm:cxn modelId="{D1DBA003-0615-4A4A-83BB-0D1E761DEF85}" type="presParOf" srcId="{ECC0BE18-6BF3-4C5F-878A-509D234E3289}" destId="{A7BD0AFB-C281-469C-AC37-F2FBD2F81248}" srcOrd="1" destOrd="0" presId="urn:microsoft.com/office/officeart/2005/8/layout/chevron1"/>
    <dgm:cxn modelId="{E20EEF4B-56EA-44C6-9F1B-D936A76D65C9}" type="presParOf" srcId="{ECC0BE18-6BF3-4C5F-878A-509D234E3289}" destId="{B88C1EBA-EAA4-419C-80C9-D6096EC6B04C}" srcOrd="2" destOrd="0" presId="urn:microsoft.com/office/officeart/2005/8/layout/chevron1"/>
    <dgm:cxn modelId="{00E30578-AFCC-4C58-A311-2539DD42BEDC}" type="presParOf" srcId="{ECC0BE18-6BF3-4C5F-878A-509D234E3289}" destId="{74FA50E8-7FDC-415A-A955-4EE6ED1F0285}" srcOrd="3" destOrd="0" presId="urn:microsoft.com/office/officeart/2005/8/layout/chevron1"/>
    <dgm:cxn modelId="{32530754-A7B8-4C76-AB27-51AE625D35AF}" type="presParOf" srcId="{ECC0BE18-6BF3-4C5F-878A-509D234E3289}" destId="{C2FE84D1-4161-42D0-8011-245023129DF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D0BDB0-7829-4CA6-9280-830906BF545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F7E885CE-DD15-44C0-B76E-B2482BD5783E}">
      <dgm:prSet phldrT="[Testo]" phldr="0"/>
      <dgm:spPr/>
      <dgm:t>
        <a:bodyPr/>
        <a:lstStyle/>
        <a:p>
          <a:pPr rtl="0"/>
          <a:r>
            <a:rPr lang="it-IT" b="0" i="0" dirty="0"/>
            <a:t>Alpha Miner </a:t>
          </a:r>
        </a:p>
      </dgm:t>
    </dgm:pt>
    <dgm:pt modelId="{5D438EE8-7A0C-4A26-AA02-07C26CCAA7B0}" type="parTrans" cxnId="{D88DEB8C-1AA4-437F-BEFE-64DBB694F9E7}">
      <dgm:prSet/>
      <dgm:spPr/>
    </dgm:pt>
    <dgm:pt modelId="{8C8768F9-7FA7-40FA-A5F7-747A7695ACBA}" type="sibTrans" cxnId="{D88DEB8C-1AA4-437F-BEFE-64DBB694F9E7}">
      <dgm:prSet/>
      <dgm:spPr/>
    </dgm:pt>
    <dgm:pt modelId="{1F8B5E54-6C6C-40CC-A8E4-62E2F8B11D3E}">
      <dgm:prSet phldrT="[Testo]" phldr="0"/>
      <dgm:spPr/>
      <dgm:t>
        <a:bodyPr/>
        <a:lstStyle/>
        <a:p>
          <a:pPr rtl="0"/>
          <a:r>
            <a:rPr lang="it-IT" dirty="0" err="1"/>
            <a:t>Inductive</a:t>
          </a:r>
          <a:r>
            <a:rPr lang="it-IT" dirty="0"/>
            <a:t> Miner </a:t>
          </a:r>
        </a:p>
      </dgm:t>
    </dgm:pt>
    <dgm:pt modelId="{D0E8EEA1-3598-4F99-B3B0-19490D92B1C4}" type="parTrans" cxnId="{7BBC9DA7-D29C-4071-A0CD-4F7BBAADF94F}">
      <dgm:prSet/>
      <dgm:spPr/>
    </dgm:pt>
    <dgm:pt modelId="{5F35834B-1A87-4D40-9E48-7ECAB533A99B}" type="sibTrans" cxnId="{7BBC9DA7-D29C-4071-A0CD-4F7BBAADF94F}">
      <dgm:prSet/>
      <dgm:spPr/>
    </dgm:pt>
    <dgm:pt modelId="{85380D1D-3B3A-4977-B6F8-49F0C4C6C187}">
      <dgm:prSet phldrT="[Testo]" phldr="0"/>
      <dgm:spPr/>
      <dgm:t>
        <a:bodyPr/>
        <a:lstStyle/>
        <a:p>
          <a:pPr rtl="0"/>
          <a:r>
            <a:rPr lang="it-IT" dirty="0">
              <a:latin typeface="Aptos"/>
            </a:rPr>
            <a:t>Heuristic Miner</a:t>
          </a:r>
          <a:endParaRPr lang="it-IT" dirty="0"/>
        </a:p>
      </dgm:t>
    </dgm:pt>
    <dgm:pt modelId="{0214507F-FE23-4D6D-9093-F7397C9E418D}" type="parTrans" cxnId="{6FD2F685-695E-426A-8D28-87DEBC5941EE}">
      <dgm:prSet/>
      <dgm:spPr/>
    </dgm:pt>
    <dgm:pt modelId="{895AD279-D647-4FBD-A064-AC4BF084359D}" type="sibTrans" cxnId="{6FD2F685-695E-426A-8D28-87DEBC5941EE}">
      <dgm:prSet/>
      <dgm:spPr/>
    </dgm:pt>
    <dgm:pt modelId="{783C0481-6975-4F24-B252-8CC06BD0DF5C}" type="pres">
      <dgm:prSet presAssocID="{B5D0BDB0-7829-4CA6-9280-830906BF545E}" presName="Name0" presStyleCnt="0">
        <dgm:presLayoutVars>
          <dgm:dir/>
          <dgm:resizeHandles val="exact"/>
        </dgm:presLayoutVars>
      </dgm:prSet>
      <dgm:spPr/>
    </dgm:pt>
    <dgm:pt modelId="{1473B7F6-2CFC-4720-837C-A08EE2C3EAEF}" type="pres">
      <dgm:prSet presAssocID="{F7E885CE-DD15-44C0-B76E-B2482BD5783E}" presName="parTxOnly" presStyleLbl="node1" presStyleIdx="0" presStyleCnt="3">
        <dgm:presLayoutVars>
          <dgm:bulletEnabled val="1"/>
        </dgm:presLayoutVars>
      </dgm:prSet>
      <dgm:spPr/>
    </dgm:pt>
    <dgm:pt modelId="{D3AE7C4C-E74A-4F8F-813E-5784178B32CD}" type="pres">
      <dgm:prSet presAssocID="{8C8768F9-7FA7-40FA-A5F7-747A7695ACBA}" presName="parSpace" presStyleCnt="0"/>
      <dgm:spPr/>
    </dgm:pt>
    <dgm:pt modelId="{B17B85BB-933F-4F01-81FF-B27E88E5CE5B}" type="pres">
      <dgm:prSet presAssocID="{1F8B5E54-6C6C-40CC-A8E4-62E2F8B11D3E}" presName="parTxOnly" presStyleLbl="node1" presStyleIdx="1" presStyleCnt="3">
        <dgm:presLayoutVars>
          <dgm:bulletEnabled val="1"/>
        </dgm:presLayoutVars>
      </dgm:prSet>
      <dgm:spPr/>
    </dgm:pt>
    <dgm:pt modelId="{0238872C-6279-4881-A421-4138E34D335E}" type="pres">
      <dgm:prSet presAssocID="{5F35834B-1A87-4D40-9E48-7ECAB533A99B}" presName="parSpace" presStyleCnt="0"/>
      <dgm:spPr/>
    </dgm:pt>
    <dgm:pt modelId="{39FE733A-A865-474D-8A05-98F975C72C61}" type="pres">
      <dgm:prSet presAssocID="{85380D1D-3B3A-4977-B6F8-49F0C4C6C187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C9669144-8F25-4E57-AFB2-CB09CCD95691}" type="presOf" srcId="{85380D1D-3B3A-4977-B6F8-49F0C4C6C187}" destId="{39FE733A-A865-474D-8A05-98F975C72C61}" srcOrd="0" destOrd="0" presId="urn:microsoft.com/office/officeart/2005/8/layout/hChevron3"/>
    <dgm:cxn modelId="{C73ADA82-6AD3-4BA5-9507-CF865AA57E3E}" type="presOf" srcId="{B5D0BDB0-7829-4CA6-9280-830906BF545E}" destId="{783C0481-6975-4F24-B252-8CC06BD0DF5C}" srcOrd="0" destOrd="0" presId="urn:microsoft.com/office/officeart/2005/8/layout/hChevron3"/>
    <dgm:cxn modelId="{6FD2F685-695E-426A-8D28-87DEBC5941EE}" srcId="{B5D0BDB0-7829-4CA6-9280-830906BF545E}" destId="{85380D1D-3B3A-4977-B6F8-49F0C4C6C187}" srcOrd="2" destOrd="0" parTransId="{0214507F-FE23-4D6D-9093-F7397C9E418D}" sibTransId="{895AD279-D647-4FBD-A064-AC4BF084359D}"/>
    <dgm:cxn modelId="{C555E387-B054-401C-A665-A6B5BF4DA8CF}" type="presOf" srcId="{1F8B5E54-6C6C-40CC-A8E4-62E2F8B11D3E}" destId="{B17B85BB-933F-4F01-81FF-B27E88E5CE5B}" srcOrd="0" destOrd="0" presId="urn:microsoft.com/office/officeart/2005/8/layout/hChevron3"/>
    <dgm:cxn modelId="{D88DEB8C-1AA4-437F-BEFE-64DBB694F9E7}" srcId="{B5D0BDB0-7829-4CA6-9280-830906BF545E}" destId="{F7E885CE-DD15-44C0-B76E-B2482BD5783E}" srcOrd="0" destOrd="0" parTransId="{5D438EE8-7A0C-4A26-AA02-07C26CCAA7B0}" sibTransId="{8C8768F9-7FA7-40FA-A5F7-747A7695ACBA}"/>
    <dgm:cxn modelId="{7BBC9DA7-D29C-4071-A0CD-4F7BBAADF94F}" srcId="{B5D0BDB0-7829-4CA6-9280-830906BF545E}" destId="{1F8B5E54-6C6C-40CC-A8E4-62E2F8B11D3E}" srcOrd="1" destOrd="0" parTransId="{D0E8EEA1-3598-4F99-B3B0-19490D92B1C4}" sibTransId="{5F35834B-1A87-4D40-9E48-7ECAB533A99B}"/>
    <dgm:cxn modelId="{64443CC9-776C-4E59-94E3-FFEB11A212C9}" type="presOf" srcId="{F7E885CE-DD15-44C0-B76E-B2482BD5783E}" destId="{1473B7F6-2CFC-4720-837C-A08EE2C3EAEF}" srcOrd="0" destOrd="0" presId="urn:microsoft.com/office/officeart/2005/8/layout/hChevron3"/>
    <dgm:cxn modelId="{70221315-1E08-4114-9731-EBBF78F7F8EA}" type="presParOf" srcId="{783C0481-6975-4F24-B252-8CC06BD0DF5C}" destId="{1473B7F6-2CFC-4720-837C-A08EE2C3EAEF}" srcOrd="0" destOrd="0" presId="urn:microsoft.com/office/officeart/2005/8/layout/hChevron3"/>
    <dgm:cxn modelId="{01246D4F-BFD6-49A7-854B-EC949377D369}" type="presParOf" srcId="{783C0481-6975-4F24-B252-8CC06BD0DF5C}" destId="{D3AE7C4C-E74A-4F8F-813E-5784178B32CD}" srcOrd="1" destOrd="0" presId="urn:microsoft.com/office/officeart/2005/8/layout/hChevron3"/>
    <dgm:cxn modelId="{EFBD8EF1-9D9D-45D3-AD6B-21F0D3BE6203}" type="presParOf" srcId="{783C0481-6975-4F24-B252-8CC06BD0DF5C}" destId="{B17B85BB-933F-4F01-81FF-B27E88E5CE5B}" srcOrd="2" destOrd="0" presId="urn:microsoft.com/office/officeart/2005/8/layout/hChevron3"/>
    <dgm:cxn modelId="{40AEB8BD-4A80-43D1-873E-B2CA72ECCE29}" type="presParOf" srcId="{783C0481-6975-4F24-B252-8CC06BD0DF5C}" destId="{0238872C-6279-4881-A421-4138E34D335E}" srcOrd="3" destOrd="0" presId="urn:microsoft.com/office/officeart/2005/8/layout/hChevron3"/>
    <dgm:cxn modelId="{8E3B290E-5A6D-41E4-904F-9C6B3902F979}" type="presParOf" srcId="{783C0481-6975-4F24-B252-8CC06BD0DF5C}" destId="{39FE733A-A865-474D-8A05-98F975C72C61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D500BC-3DBA-4B47-B69B-9716D5B308DB}" type="doc">
      <dgm:prSet loTypeId="urn:microsoft.com/office/officeart/2005/8/layout/hProcess7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D6A94586-B0BA-4468-B45A-C92E3D913090}">
      <dgm:prSet phldrT="[Testo]" phldr="0"/>
      <dgm:spPr/>
      <dgm:t>
        <a:bodyPr/>
        <a:lstStyle/>
        <a:p>
          <a:pPr rtl="0"/>
          <a:r>
            <a:rPr lang="it-IT" dirty="0"/>
            <a:t>Class </a:t>
          </a:r>
          <a:r>
            <a:rPr lang="it-IT" dirty="0" err="1"/>
            <a:t>Weighting</a:t>
          </a:r>
          <a:endParaRPr lang="it-IT" dirty="0"/>
        </a:p>
      </dgm:t>
    </dgm:pt>
    <dgm:pt modelId="{78DAD99A-DC66-4326-B8D5-929613728B5E}" type="parTrans" cxnId="{46B68BF7-5FD0-4882-AB7B-0CC5F5CE5B29}">
      <dgm:prSet/>
      <dgm:spPr/>
      <dgm:t>
        <a:bodyPr/>
        <a:lstStyle/>
        <a:p>
          <a:endParaRPr lang="it-IT"/>
        </a:p>
      </dgm:t>
    </dgm:pt>
    <dgm:pt modelId="{128D32A5-FBE8-43FD-9397-FF89889A7543}" type="sibTrans" cxnId="{46B68BF7-5FD0-4882-AB7B-0CC5F5CE5B29}">
      <dgm:prSet/>
      <dgm:spPr/>
      <dgm:t>
        <a:bodyPr/>
        <a:lstStyle/>
        <a:p>
          <a:endParaRPr lang="it-IT"/>
        </a:p>
      </dgm:t>
    </dgm:pt>
    <dgm:pt modelId="{51FDB11D-72CA-4CBD-B790-98A49C5C265D}">
      <dgm:prSet phldrT="[Testo]" phldr="0"/>
      <dgm:spPr/>
      <dgm:t>
        <a:bodyPr/>
        <a:lstStyle/>
        <a:p>
          <a:r>
            <a:rPr lang="it-IT" dirty="0" err="1"/>
            <a:t>class_weight</a:t>
          </a:r>
          <a:r>
            <a:rPr lang="it-IT" dirty="0"/>
            <a:t>='</a:t>
          </a:r>
          <a:r>
            <a:rPr lang="it-IT" dirty="0" err="1"/>
            <a:t>balanced</a:t>
          </a:r>
          <a:r>
            <a:rPr lang="it-IT" dirty="0"/>
            <a:t>'</a:t>
          </a:r>
        </a:p>
      </dgm:t>
    </dgm:pt>
    <dgm:pt modelId="{F1E42179-3FD0-44CA-AF51-64ABAC633C52}" type="parTrans" cxnId="{FFBDF241-27FA-4D06-BD13-807CE034D6C6}">
      <dgm:prSet/>
      <dgm:spPr/>
      <dgm:t>
        <a:bodyPr/>
        <a:lstStyle/>
        <a:p>
          <a:endParaRPr lang="it-IT"/>
        </a:p>
      </dgm:t>
    </dgm:pt>
    <dgm:pt modelId="{71FB93D6-6E5E-426B-948B-960042383E79}" type="sibTrans" cxnId="{FFBDF241-27FA-4D06-BD13-807CE034D6C6}">
      <dgm:prSet/>
      <dgm:spPr/>
      <dgm:t>
        <a:bodyPr/>
        <a:lstStyle/>
        <a:p>
          <a:endParaRPr lang="it-IT"/>
        </a:p>
      </dgm:t>
    </dgm:pt>
    <dgm:pt modelId="{8C272182-1D1C-4090-B095-9336E7984189}">
      <dgm:prSet phldrT="[Testo]" phldr="0"/>
      <dgm:spPr/>
      <dgm:t>
        <a:bodyPr/>
        <a:lstStyle/>
        <a:p>
          <a:pPr rtl="0"/>
          <a:r>
            <a:rPr lang="it-IT" dirty="0"/>
            <a:t>SMOTE </a:t>
          </a:r>
          <a:r>
            <a:rPr lang="it-IT" dirty="0" err="1"/>
            <a:t>Oversampling</a:t>
          </a:r>
        </a:p>
      </dgm:t>
    </dgm:pt>
    <dgm:pt modelId="{0F4A3B22-BAB3-4412-961C-AB790FF1E27A}" type="parTrans" cxnId="{AE293BAE-80A8-4F89-BA7F-E50845B4585E}">
      <dgm:prSet/>
      <dgm:spPr/>
      <dgm:t>
        <a:bodyPr/>
        <a:lstStyle/>
        <a:p>
          <a:endParaRPr lang="it-IT"/>
        </a:p>
      </dgm:t>
    </dgm:pt>
    <dgm:pt modelId="{67F49F2E-4AA9-4B27-9EEA-A5858CC33D29}" type="sibTrans" cxnId="{AE293BAE-80A8-4F89-BA7F-E50845B4585E}">
      <dgm:prSet/>
      <dgm:spPr/>
      <dgm:t>
        <a:bodyPr/>
        <a:lstStyle/>
        <a:p>
          <a:endParaRPr lang="it-IT"/>
        </a:p>
      </dgm:t>
    </dgm:pt>
    <dgm:pt modelId="{61CDD176-9FC0-48D3-AEF8-C1F0B245521B}">
      <dgm:prSet phldrT="[Testo]" phldr="0"/>
      <dgm:spPr/>
      <dgm:t>
        <a:bodyPr/>
        <a:lstStyle/>
        <a:p>
          <a:pPr rtl="0"/>
          <a:r>
            <a:rPr lang="it-IT" dirty="0" err="1"/>
            <a:t>Upsampling</a:t>
          </a:r>
          <a:r>
            <a:rPr lang="it-IT" dirty="0"/>
            <a:t> </a:t>
          </a:r>
          <a:r>
            <a:rPr lang="it-IT" dirty="0" err="1"/>
            <a:t>minority</a:t>
          </a:r>
          <a:r>
            <a:rPr lang="it-IT" dirty="0"/>
            <a:t> classes</a:t>
          </a:r>
        </a:p>
      </dgm:t>
    </dgm:pt>
    <dgm:pt modelId="{D88CDCC2-94A1-4152-963E-DB445E512478}" type="parTrans" cxnId="{F1E014FE-20ED-445A-9821-0A70F39501EC}">
      <dgm:prSet/>
      <dgm:spPr/>
      <dgm:t>
        <a:bodyPr/>
        <a:lstStyle/>
        <a:p>
          <a:endParaRPr lang="it-IT"/>
        </a:p>
      </dgm:t>
    </dgm:pt>
    <dgm:pt modelId="{CD332004-7F93-4DB4-B7AF-1599F34537BD}" type="sibTrans" cxnId="{F1E014FE-20ED-445A-9821-0A70F39501EC}">
      <dgm:prSet/>
      <dgm:spPr/>
      <dgm:t>
        <a:bodyPr/>
        <a:lstStyle/>
        <a:p>
          <a:endParaRPr lang="it-IT"/>
        </a:p>
      </dgm:t>
    </dgm:pt>
    <dgm:pt modelId="{575B533D-04D3-4E4F-A336-D491E36C0DAF}">
      <dgm:prSet phldrT="[Testo]" phldr="0"/>
      <dgm:spPr/>
      <dgm:t>
        <a:bodyPr/>
        <a:lstStyle/>
        <a:p>
          <a:pPr rtl="0"/>
          <a:r>
            <a:rPr lang="it-IT" dirty="0" err="1"/>
            <a:t>Hybrid</a:t>
          </a:r>
          <a:r>
            <a:rPr lang="it-IT" dirty="0"/>
            <a:t> </a:t>
          </a:r>
        </a:p>
      </dgm:t>
    </dgm:pt>
    <dgm:pt modelId="{3BEA911F-DA53-4308-916F-0DABCE6DB5EE}" type="parTrans" cxnId="{45C6FA55-F1D9-4ADF-B7DE-06B6F16D7579}">
      <dgm:prSet/>
      <dgm:spPr/>
      <dgm:t>
        <a:bodyPr/>
        <a:lstStyle/>
        <a:p>
          <a:endParaRPr lang="it-IT"/>
        </a:p>
      </dgm:t>
    </dgm:pt>
    <dgm:pt modelId="{8F9993A9-78A1-4CDE-8203-DCC96454F9CF}" type="sibTrans" cxnId="{45C6FA55-F1D9-4ADF-B7DE-06B6F16D7579}">
      <dgm:prSet/>
      <dgm:spPr/>
      <dgm:t>
        <a:bodyPr/>
        <a:lstStyle/>
        <a:p>
          <a:endParaRPr lang="it-IT"/>
        </a:p>
      </dgm:t>
    </dgm:pt>
    <dgm:pt modelId="{087FF787-4CA2-48E6-8956-4CEBDC401301}">
      <dgm:prSet phldrT="[Testo]" phldr="0"/>
      <dgm:spPr/>
      <dgm:t>
        <a:bodyPr/>
        <a:lstStyle/>
        <a:p>
          <a:pPr rtl="0"/>
          <a:r>
            <a:rPr lang="it-IT" dirty="0"/>
            <a:t>(SMOTE + Class Weights) </a:t>
          </a:r>
        </a:p>
      </dgm:t>
    </dgm:pt>
    <dgm:pt modelId="{68451511-8BDA-4D5C-A236-5B6BBD52453B}" type="parTrans" cxnId="{5AD72F24-3A1B-49AB-BF60-44D7FD36CEB5}">
      <dgm:prSet/>
      <dgm:spPr/>
      <dgm:t>
        <a:bodyPr/>
        <a:lstStyle/>
        <a:p>
          <a:endParaRPr lang="it-IT"/>
        </a:p>
      </dgm:t>
    </dgm:pt>
    <dgm:pt modelId="{24A5BCBF-B775-43F8-AEF3-421D9217756E}" type="sibTrans" cxnId="{5AD72F24-3A1B-49AB-BF60-44D7FD36CEB5}">
      <dgm:prSet/>
      <dgm:spPr/>
      <dgm:t>
        <a:bodyPr/>
        <a:lstStyle/>
        <a:p>
          <a:endParaRPr lang="it-IT"/>
        </a:p>
      </dgm:t>
    </dgm:pt>
    <dgm:pt modelId="{D33B5C57-B31C-4048-B729-92E25AAFC42A}" type="pres">
      <dgm:prSet presAssocID="{3AD500BC-3DBA-4B47-B69B-9716D5B308DB}" presName="Name0" presStyleCnt="0">
        <dgm:presLayoutVars>
          <dgm:dir/>
          <dgm:animLvl val="lvl"/>
          <dgm:resizeHandles val="exact"/>
        </dgm:presLayoutVars>
      </dgm:prSet>
      <dgm:spPr/>
    </dgm:pt>
    <dgm:pt modelId="{43A46C01-3756-4FBD-AC96-0062FAB1A19B}" type="pres">
      <dgm:prSet presAssocID="{D6A94586-B0BA-4468-B45A-C92E3D913090}" presName="compositeNode" presStyleCnt="0">
        <dgm:presLayoutVars>
          <dgm:bulletEnabled val="1"/>
        </dgm:presLayoutVars>
      </dgm:prSet>
      <dgm:spPr/>
    </dgm:pt>
    <dgm:pt modelId="{66D7CDB7-84F8-48F1-B1FE-A02A39981BEA}" type="pres">
      <dgm:prSet presAssocID="{D6A94586-B0BA-4468-B45A-C92E3D913090}" presName="bgRect" presStyleLbl="node1" presStyleIdx="0" presStyleCnt="3"/>
      <dgm:spPr/>
    </dgm:pt>
    <dgm:pt modelId="{A1D28193-9892-41C0-AE91-03AA423FA3C1}" type="pres">
      <dgm:prSet presAssocID="{D6A94586-B0BA-4468-B45A-C92E3D913090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F9F3768B-53DE-4C4A-88BC-99A3070AEFD2}" type="pres">
      <dgm:prSet presAssocID="{D6A94586-B0BA-4468-B45A-C92E3D913090}" presName="childNode" presStyleLbl="node1" presStyleIdx="0" presStyleCnt="3">
        <dgm:presLayoutVars>
          <dgm:bulletEnabled val="1"/>
        </dgm:presLayoutVars>
      </dgm:prSet>
      <dgm:spPr/>
    </dgm:pt>
    <dgm:pt modelId="{2581E3A3-F97C-4441-9C7F-BE74946244E0}" type="pres">
      <dgm:prSet presAssocID="{128D32A5-FBE8-43FD-9397-FF89889A7543}" presName="hSp" presStyleCnt="0"/>
      <dgm:spPr/>
    </dgm:pt>
    <dgm:pt modelId="{ACCD63C7-DEA0-4A17-A429-E24CF7958161}" type="pres">
      <dgm:prSet presAssocID="{128D32A5-FBE8-43FD-9397-FF89889A7543}" presName="vProcSp" presStyleCnt="0"/>
      <dgm:spPr/>
    </dgm:pt>
    <dgm:pt modelId="{6A2F1AE4-A74E-4868-81CB-60A27F862912}" type="pres">
      <dgm:prSet presAssocID="{128D32A5-FBE8-43FD-9397-FF89889A7543}" presName="vSp1" presStyleCnt="0"/>
      <dgm:spPr/>
    </dgm:pt>
    <dgm:pt modelId="{D09087AA-BA6E-4BB1-971D-327364DFB70D}" type="pres">
      <dgm:prSet presAssocID="{128D32A5-FBE8-43FD-9397-FF89889A7543}" presName="simulatedConn" presStyleLbl="solidFgAcc1" presStyleIdx="0" presStyleCnt="2"/>
      <dgm:spPr/>
    </dgm:pt>
    <dgm:pt modelId="{60FFDBA2-0828-4A2B-BF6F-4B0018976DCD}" type="pres">
      <dgm:prSet presAssocID="{128D32A5-FBE8-43FD-9397-FF89889A7543}" presName="vSp2" presStyleCnt="0"/>
      <dgm:spPr/>
    </dgm:pt>
    <dgm:pt modelId="{C01B052B-B9B1-4655-BA35-DBE5A8BB5CA5}" type="pres">
      <dgm:prSet presAssocID="{128D32A5-FBE8-43FD-9397-FF89889A7543}" presName="sibTrans" presStyleCnt="0"/>
      <dgm:spPr/>
    </dgm:pt>
    <dgm:pt modelId="{A0B29C75-7647-441A-8182-7D4911701AB5}" type="pres">
      <dgm:prSet presAssocID="{8C272182-1D1C-4090-B095-9336E7984189}" presName="compositeNode" presStyleCnt="0">
        <dgm:presLayoutVars>
          <dgm:bulletEnabled val="1"/>
        </dgm:presLayoutVars>
      </dgm:prSet>
      <dgm:spPr/>
    </dgm:pt>
    <dgm:pt modelId="{97FE906D-0063-480A-8320-B17BE903CEAA}" type="pres">
      <dgm:prSet presAssocID="{8C272182-1D1C-4090-B095-9336E7984189}" presName="bgRect" presStyleLbl="node1" presStyleIdx="1" presStyleCnt="3"/>
      <dgm:spPr/>
    </dgm:pt>
    <dgm:pt modelId="{A026C23E-A71A-4AC2-B83D-51E7600DFBC1}" type="pres">
      <dgm:prSet presAssocID="{8C272182-1D1C-4090-B095-9336E7984189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78647FB4-47CF-4A8C-B01F-DB7E885DCD60}" type="pres">
      <dgm:prSet presAssocID="{8C272182-1D1C-4090-B095-9336E7984189}" presName="childNode" presStyleLbl="node1" presStyleIdx="1" presStyleCnt="3">
        <dgm:presLayoutVars>
          <dgm:bulletEnabled val="1"/>
        </dgm:presLayoutVars>
      </dgm:prSet>
      <dgm:spPr/>
    </dgm:pt>
    <dgm:pt modelId="{775744B1-F4C8-4270-B576-612901219A74}" type="pres">
      <dgm:prSet presAssocID="{67F49F2E-4AA9-4B27-9EEA-A5858CC33D29}" presName="hSp" presStyleCnt="0"/>
      <dgm:spPr/>
    </dgm:pt>
    <dgm:pt modelId="{012DE4AF-0FC6-40FF-BA7F-4F2C0F228D9C}" type="pres">
      <dgm:prSet presAssocID="{67F49F2E-4AA9-4B27-9EEA-A5858CC33D29}" presName="vProcSp" presStyleCnt="0"/>
      <dgm:spPr/>
    </dgm:pt>
    <dgm:pt modelId="{C211C5C8-ECA4-4257-AB34-16E89F84C046}" type="pres">
      <dgm:prSet presAssocID="{67F49F2E-4AA9-4B27-9EEA-A5858CC33D29}" presName="vSp1" presStyleCnt="0"/>
      <dgm:spPr/>
    </dgm:pt>
    <dgm:pt modelId="{3ECC4CFB-F5C2-421E-9481-4ABDFF27619E}" type="pres">
      <dgm:prSet presAssocID="{67F49F2E-4AA9-4B27-9EEA-A5858CC33D29}" presName="simulatedConn" presStyleLbl="solidFgAcc1" presStyleIdx="1" presStyleCnt="2"/>
      <dgm:spPr/>
    </dgm:pt>
    <dgm:pt modelId="{1C074E48-3BD4-479D-8C7B-6331B7171C22}" type="pres">
      <dgm:prSet presAssocID="{67F49F2E-4AA9-4B27-9EEA-A5858CC33D29}" presName="vSp2" presStyleCnt="0"/>
      <dgm:spPr/>
    </dgm:pt>
    <dgm:pt modelId="{C3A42CB5-0872-41B2-8A59-8A0F0D190A40}" type="pres">
      <dgm:prSet presAssocID="{67F49F2E-4AA9-4B27-9EEA-A5858CC33D29}" presName="sibTrans" presStyleCnt="0"/>
      <dgm:spPr/>
    </dgm:pt>
    <dgm:pt modelId="{4746AD42-29D1-4429-B0D1-D3D6A0CA48CA}" type="pres">
      <dgm:prSet presAssocID="{575B533D-04D3-4E4F-A336-D491E36C0DAF}" presName="compositeNode" presStyleCnt="0">
        <dgm:presLayoutVars>
          <dgm:bulletEnabled val="1"/>
        </dgm:presLayoutVars>
      </dgm:prSet>
      <dgm:spPr/>
    </dgm:pt>
    <dgm:pt modelId="{9EF791D7-2752-44EC-9487-C663226D1246}" type="pres">
      <dgm:prSet presAssocID="{575B533D-04D3-4E4F-A336-D491E36C0DAF}" presName="bgRect" presStyleLbl="node1" presStyleIdx="2" presStyleCnt="3"/>
      <dgm:spPr/>
    </dgm:pt>
    <dgm:pt modelId="{F1B6EF1A-2EF7-49B6-97C6-BFA8E55F2B4E}" type="pres">
      <dgm:prSet presAssocID="{575B533D-04D3-4E4F-A336-D491E36C0DAF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08FEED0F-E96F-4A80-8ADC-47544DEDAE27}" type="pres">
      <dgm:prSet presAssocID="{575B533D-04D3-4E4F-A336-D491E36C0DAF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5AD72F24-3A1B-49AB-BF60-44D7FD36CEB5}" srcId="{575B533D-04D3-4E4F-A336-D491E36C0DAF}" destId="{087FF787-4CA2-48E6-8956-4CEBDC401301}" srcOrd="0" destOrd="0" parTransId="{68451511-8BDA-4D5C-A236-5B6BBD52453B}" sibTransId="{24A5BCBF-B775-43F8-AEF3-421D9217756E}"/>
    <dgm:cxn modelId="{8F6E5030-532F-4F60-9249-8BAC5B38252C}" type="presOf" srcId="{8C272182-1D1C-4090-B095-9336E7984189}" destId="{97FE906D-0063-480A-8320-B17BE903CEAA}" srcOrd="0" destOrd="0" presId="urn:microsoft.com/office/officeart/2005/8/layout/hProcess7"/>
    <dgm:cxn modelId="{10193836-721C-43AB-8E98-EA35037599E2}" type="presOf" srcId="{575B533D-04D3-4E4F-A336-D491E36C0DAF}" destId="{F1B6EF1A-2EF7-49B6-97C6-BFA8E55F2B4E}" srcOrd="1" destOrd="0" presId="urn:microsoft.com/office/officeart/2005/8/layout/hProcess7"/>
    <dgm:cxn modelId="{FFBDF241-27FA-4D06-BD13-807CE034D6C6}" srcId="{D6A94586-B0BA-4468-B45A-C92E3D913090}" destId="{51FDB11D-72CA-4CBD-B790-98A49C5C265D}" srcOrd="0" destOrd="0" parTransId="{F1E42179-3FD0-44CA-AF51-64ABAC633C52}" sibTransId="{71FB93D6-6E5E-426B-948B-960042383E79}"/>
    <dgm:cxn modelId="{C056E26C-BCFD-4721-BE2A-4BEA246AE9D6}" type="presOf" srcId="{D6A94586-B0BA-4468-B45A-C92E3D913090}" destId="{A1D28193-9892-41C0-AE91-03AA423FA3C1}" srcOrd="1" destOrd="0" presId="urn:microsoft.com/office/officeart/2005/8/layout/hProcess7"/>
    <dgm:cxn modelId="{DEBA1A55-67C2-4258-A4CA-95C1AA1A3018}" type="presOf" srcId="{51FDB11D-72CA-4CBD-B790-98A49C5C265D}" destId="{F9F3768B-53DE-4C4A-88BC-99A3070AEFD2}" srcOrd="0" destOrd="0" presId="urn:microsoft.com/office/officeart/2005/8/layout/hProcess7"/>
    <dgm:cxn modelId="{45C6FA55-F1D9-4ADF-B7DE-06B6F16D7579}" srcId="{3AD500BC-3DBA-4B47-B69B-9716D5B308DB}" destId="{575B533D-04D3-4E4F-A336-D491E36C0DAF}" srcOrd="2" destOrd="0" parTransId="{3BEA911F-DA53-4308-916F-0DABCE6DB5EE}" sibTransId="{8F9993A9-78A1-4CDE-8203-DCC96454F9CF}"/>
    <dgm:cxn modelId="{07AF4D92-7113-4278-A682-3F01E2AF9F3F}" type="presOf" srcId="{3AD500BC-3DBA-4B47-B69B-9716D5B308DB}" destId="{D33B5C57-B31C-4048-B729-92E25AAFC42A}" srcOrd="0" destOrd="0" presId="urn:microsoft.com/office/officeart/2005/8/layout/hProcess7"/>
    <dgm:cxn modelId="{AE293BAE-80A8-4F89-BA7F-E50845B4585E}" srcId="{3AD500BC-3DBA-4B47-B69B-9716D5B308DB}" destId="{8C272182-1D1C-4090-B095-9336E7984189}" srcOrd="1" destOrd="0" parTransId="{0F4A3B22-BAB3-4412-961C-AB790FF1E27A}" sibTransId="{67F49F2E-4AA9-4B27-9EEA-A5858CC33D29}"/>
    <dgm:cxn modelId="{0DF50FB1-3563-4F82-B332-C233B053EB81}" type="presOf" srcId="{087FF787-4CA2-48E6-8956-4CEBDC401301}" destId="{08FEED0F-E96F-4A80-8ADC-47544DEDAE27}" srcOrd="0" destOrd="0" presId="urn:microsoft.com/office/officeart/2005/8/layout/hProcess7"/>
    <dgm:cxn modelId="{64CA05E1-AB40-4A82-AF55-4EE5A40E7D6E}" type="presOf" srcId="{D6A94586-B0BA-4468-B45A-C92E3D913090}" destId="{66D7CDB7-84F8-48F1-B1FE-A02A39981BEA}" srcOrd="0" destOrd="0" presId="urn:microsoft.com/office/officeart/2005/8/layout/hProcess7"/>
    <dgm:cxn modelId="{3CEFE2E3-EBFA-4838-B41E-9BC2C95DC2B4}" type="presOf" srcId="{8C272182-1D1C-4090-B095-9336E7984189}" destId="{A026C23E-A71A-4AC2-B83D-51E7600DFBC1}" srcOrd="1" destOrd="0" presId="urn:microsoft.com/office/officeart/2005/8/layout/hProcess7"/>
    <dgm:cxn modelId="{B6C6D7F2-D16D-4D19-AEFC-4905C6A83395}" type="presOf" srcId="{575B533D-04D3-4E4F-A336-D491E36C0DAF}" destId="{9EF791D7-2752-44EC-9487-C663226D1246}" srcOrd="0" destOrd="0" presId="urn:microsoft.com/office/officeart/2005/8/layout/hProcess7"/>
    <dgm:cxn modelId="{46B68BF7-5FD0-4882-AB7B-0CC5F5CE5B29}" srcId="{3AD500BC-3DBA-4B47-B69B-9716D5B308DB}" destId="{D6A94586-B0BA-4468-B45A-C92E3D913090}" srcOrd="0" destOrd="0" parTransId="{78DAD99A-DC66-4326-B8D5-929613728B5E}" sibTransId="{128D32A5-FBE8-43FD-9397-FF89889A7543}"/>
    <dgm:cxn modelId="{D8414BFC-47A5-4AA5-9D31-3572ECECDE68}" type="presOf" srcId="{61CDD176-9FC0-48D3-AEF8-C1F0B245521B}" destId="{78647FB4-47CF-4A8C-B01F-DB7E885DCD60}" srcOrd="0" destOrd="0" presId="urn:microsoft.com/office/officeart/2005/8/layout/hProcess7"/>
    <dgm:cxn modelId="{F1E014FE-20ED-445A-9821-0A70F39501EC}" srcId="{8C272182-1D1C-4090-B095-9336E7984189}" destId="{61CDD176-9FC0-48D3-AEF8-C1F0B245521B}" srcOrd="0" destOrd="0" parTransId="{D88CDCC2-94A1-4152-963E-DB445E512478}" sibTransId="{CD332004-7F93-4DB4-B7AF-1599F34537BD}"/>
    <dgm:cxn modelId="{A407BDCD-A56E-464D-A51C-57933D41D983}" type="presParOf" srcId="{D33B5C57-B31C-4048-B729-92E25AAFC42A}" destId="{43A46C01-3756-4FBD-AC96-0062FAB1A19B}" srcOrd="0" destOrd="0" presId="urn:microsoft.com/office/officeart/2005/8/layout/hProcess7"/>
    <dgm:cxn modelId="{F9B18CCD-E121-4CEF-8B0D-4E45815A5639}" type="presParOf" srcId="{43A46C01-3756-4FBD-AC96-0062FAB1A19B}" destId="{66D7CDB7-84F8-48F1-B1FE-A02A39981BEA}" srcOrd="0" destOrd="0" presId="urn:microsoft.com/office/officeart/2005/8/layout/hProcess7"/>
    <dgm:cxn modelId="{5695A1D6-DF6F-4CDE-A716-64A12D8C78F9}" type="presParOf" srcId="{43A46C01-3756-4FBD-AC96-0062FAB1A19B}" destId="{A1D28193-9892-41C0-AE91-03AA423FA3C1}" srcOrd="1" destOrd="0" presId="urn:microsoft.com/office/officeart/2005/8/layout/hProcess7"/>
    <dgm:cxn modelId="{BDE8BF95-6991-4EF8-A76C-2A52F5791E75}" type="presParOf" srcId="{43A46C01-3756-4FBD-AC96-0062FAB1A19B}" destId="{F9F3768B-53DE-4C4A-88BC-99A3070AEFD2}" srcOrd="2" destOrd="0" presId="urn:microsoft.com/office/officeart/2005/8/layout/hProcess7"/>
    <dgm:cxn modelId="{B0F87E61-0FA3-48EA-AB75-E477B9A3854A}" type="presParOf" srcId="{D33B5C57-B31C-4048-B729-92E25AAFC42A}" destId="{2581E3A3-F97C-4441-9C7F-BE74946244E0}" srcOrd="1" destOrd="0" presId="urn:microsoft.com/office/officeart/2005/8/layout/hProcess7"/>
    <dgm:cxn modelId="{D4CAB705-4E42-40FB-9258-789E37865D28}" type="presParOf" srcId="{D33B5C57-B31C-4048-B729-92E25AAFC42A}" destId="{ACCD63C7-DEA0-4A17-A429-E24CF7958161}" srcOrd="2" destOrd="0" presId="urn:microsoft.com/office/officeart/2005/8/layout/hProcess7"/>
    <dgm:cxn modelId="{8C1740C1-8B25-401B-B40F-7B57EFFC07AD}" type="presParOf" srcId="{ACCD63C7-DEA0-4A17-A429-E24CF7958161}" destId="{6A2F1AE4-A74E-4868-81CB-60A27F862912}" srcOrd="0" destOrd="0" presId="urn:microsoft.com/office/officeart/2005/8/layout/hProcess7"/>
    <dgm:cxn modelId="{1B41D5E1-5EE5-4729-A46E-70B39828292E}" type="presParOf" srcId="{ACCD63C7-DEA0-4A17-A429-E24CF7958161}" destId="{D09087AA-BA6E-4BB1-971D-327364DFB70D}" srcOrd="1" destOrd="0" presId="urn:microsoft.com/office/officeart/2005/8/layout/hProcess7"/>
    <dgm:cxn modelId="{90597A8F-E79B-435D-86F5-1C633E7E7A33}" type="presParOf" srcId="{ACCD63C7-DEA0-4A17-A429-E24CF7958161}" destId="{60FFDBA2-0828-4A2B-BF6F-4B0018976DCD}" srcOrd="2" destOrd="0" presId="urn:microsoft.com/office/officeart/2005/8/layout/hProcess7"/>
    <dgm:cxn modelId="{CEBDC7EF-403F-47D0-98AD-59BEC9A57DCD}" type="presParOf" srcId="{D33B5C57-B31C-4048-B729-92E25AAFC42A}" destId="{C01B052B-B9B1-4655-BA35-DBE5A8BB5CA5}" srcOrd="3" destOrd="0" presId="urn:microsoft.com/office/officeart/2005/8/layout/hProcess7"/>
    <dgm:cxn modelId="{3C6770B7-C6A7-40ED-9DE0-A0755DB71A52}" type="presParOf" srcId="{D33B5C57-B31C-4048-B729-92E25AAFC42A}" destId="{A0B29C75-7647-441A-8182-7D4911701AB5}" srcOrd="4" destOrd="0" presId="urn:microsoft.com/office/officeart/2005/8/layout/hProcess7"/>
    <dgm:cxn modelId="{EFDC4E43-652A-430A-A3D9-CB7B061C795E}" type="presParOf" srcId="{A0B29C75-7647-441A-8182-7D4911701AB5}" destId="{97FE906D-0063-480A-8320-B17BE903CEAA}" srcOrd="0" destOrd="0" presId="urn:microsoft.com/office/officeart/2005/8/layout/hProcess7"/>
    <dgm:cxn modelId="{32694FC1-91A1-4140-A13C-14DBD9DD1E1D}" type="presParOf" srcId="{A0B29C75-7647-441A-8182-7D4911701AB5}" destId="{A026C23E-A71A-4AC2-B83D-51E7600DFBC1}" srcOrd="1" destOrd="0" presId="urn:microsoft.com/office/officeart/2005/8/layout/hProcess7"/>
    <dgm:cxn modelId="{0E9BAE61-F526-43D8-869F-C1CF13C37C6B}" type="presParOf" srcId="{A0B29C75-7647-441A-8182-7D4911701AB5}" destId="{78647FB4-47CF-4A8C-B01F-DB7E885DCD60}" srcOrd="2" destOrd="0" presId="urn:microsoft.com/office/officeart/2005/8/layout/hProcess7"/>
    <dgm:cxn modelId="{18939DFE-0B11-471F-8FBF-3E4FE7CBD2B2}" type="presParOf" srcId="{D33B5C57-B31C-4048-B729-92E25AAFC42A}" destId="{775744B1-F4C8-4270-B576-612901219A74}" srcOrd="5" destOrd="0" presId="urn:microsoft.com/office/officeart/2005/8/layout/hProcess7"/>
    <dgm:cxn modelId="{187BC254-CFF6-4242-97E5-F77EA15F00FE}" type="presParOf" srcId="{D33B5C57-B31C-4048-B729-92E25AAFC42A}" destId="{012DE4AF-0FC6-40FF-BA7F-4F2C0F228D9C}" srcOrd="6" destOrd="0" presId="urn:microsoft.com/office/officeart/2005/8/layout/hProcess7"/>
    <dgm:cxn modelId="{812FC2E1-EEBB-443B-8191-F57E3E83DC9E}" type="presParOf" srcId="{012DE4AF-0FC6-40FF-BA7F-4F2C0F228D9C}" destId="{C211C5C8-ECA4-4257-AB34-16E89F84C046}" srcOrd="0" destOrd="0" presId="urn:microsoft.com/office/officeart/2005/8/layout/hProcess7"/>
    <dgm:cxn modelId="{C67E7A1E-C04D-4F80-90B3-59A3C6EB5E1B}" type="presParOf" srcId="{012DE4AF-0FC6-40FF-BA7F-4F2C0F228D9C}" destId="{3ECC4CFB-F5C2-421E-9481-4ABDFF27619E}" srcOrd="1" destOrd="0" presId="urn:microsoft.com/office/officeart/2005/8/layout/hProcess7"/>
    <dgm:cxn modelId="{2F733D2A-B79B-4941-A531-9FA80412B517}" type="presParOf" srcId="{012DE4AF-0FC6-40FF-BA7F-4F2C0F228D9C}" destId="{1C074E48-3BD4-479D-8C7B-6331B7171C22}" srcOrd="2" destOrd="0" presId="urn:microsoft.com/office/officeart/2005/8/layout/hProcess7"/>
    <dgm:cxn modelId="{291CCEE6-8253-46D9-9C27-BD676BA9F723}" type="presParOf" srcId="{D33B5C57-B31C-4048-B729-92E25AAFC42A}" destId="{C3A42CB5-0872-41B2-8A59-8A0F0D190A40}" srcOrd="7" destOrd="0" presId="urn:microsoft.com/office/officeart/2005/8/layout/hProcess7"/>
    <dgm:cxn modelId="{3F9728E0-5DF2-4DEC-93A3-7C4CACD88206}" type="presParOf" srcId="{D33B5C57-B31C-4048-B729-92E25AAFC42A}" destId="{4746AD42-29D1-4429-B0D1-D3D6A0CA48CA}" srcOrd="8" destOrd="0" presId="urn:microsoft.com/office/officeart/2005/8/layout/hProcess7"/>
    <dgm:cxn modelId="{4D71007F-37E4-4EC2-91EC-10E4E33E809E}" type="presParOf" srcId="{4746AD42-29D1-4429-B0D1-D3D6A0CA48CA}" destId="{9EF791D7-2752-44EC-9487-C663226D1246}" srcOrd="0" destOrd="0" presId="urn:microsoft.com/office/officeart/2005/8/layout/hProcess7"/>
    <dgm:cxn modelId="{401B0489-F1C7-4400-9575-41E187E0A822}" type="presParOf" srcId="{4746AD42-29D1-4429-B0D1-D3D6A0CA48CA}" destId="{F1B6EF1A-2EF7-49B6-97C6-BFA8E55F2B4E}" srcOrd="1" destOrd="0" presId="urn:microsoft.com/office/officeart/2005/8/layout/hProcess7"/>
    <dgm:cxn modelId="{E8906818-E488-4EA6-A613-B1EF6CB11A8F}" type="presParOf" srcId="{4746AD42-29D1-4429-B0D1-D3D6A0CA48CA}" destId="{08FEED0F-E96F-4A80-8ADC-47544DEDAE27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CCAFE8-6E11-4235-852F-330AA7D6B258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it-IT"/>
        </a:p>
      </dgm:t>
    </dgm:pt>
    <dgm:pt modelId="{712D78F5-F1CF-445F-8764-278E53A7B839}">
      <dgm:prSet phldrT="[Testo]" phldr="0"/>
      <dgm:spPr/>
      <dgm:t>
        <a:bodyPr/>
        <a:lstStyle/>
        <a:p>
          <a:pPr>
            <a:defRPr b="1"/>
          </a:pPr>
          <a:endParaRPr lang="it-IT" dirty="0"/>
        </a:p>
      </dgm:t>
    </dgm:pt>
    <dgm:pt modelId="{8E6B8022-E73F-460C-91A2-2AE368698804}" type="parTrans" cxnId="{93EAFE42-98A5-4D08-90B7-9C04EBD8EAFE}">
      <dgm:prSet/>
      <dgm:spPr/>
      <dgm:t>
        <a:bodyPr/>
        <a:lstStyle/>
        <a:p>
          <a:endParaRPr lang="it-IT"/>
        </a:p>
      </dgm:t>
    </dgm:pt>
    <dgm:pt modelId="{3FEA5251-6DFF-4A03-8176-F48C520B976A}" type="sibTrans" cxnId="{93EAFE42-98A5-4D08-90B7-9C04EBD8EAFE}">
      <dgm:prSet/>
      <dgm:spPr/>
      <dgm:t>
        <a:bodyPr/>
        <a:lstStyle/>
        <a:p>
          <a:endParaRPr lang="it-IT"/>
        </a:p>
      </dgm:t>
    </dgm:pt>
    <dgm:pt modelId="{AE80BDDF-D0B1-42F3-AD2F-A77200221822}">
      <dgm:prSet phldrT="[Testo]" phldr="0"/>
      <dgm:spPr/>
      <dgm:t>
        <a:bodyPr/>
        <a:lstStyle/>
        <a:p>
          <a:pPr algn="l" rtl="0"/>
          <a:r>
            <a:rPr lang="it-IT" dirty="0"/>
            <a:t>The process mining pipeline involving event log analysis, process discovery—Alpha Miner, Inductive Miner, and Heuristic Miner—, feature engineering, and predictive modeling. The Inductive Miner offered a balanced trade-off between model quality and discovery time.</a:t>
          </a:r>
        </a:p>
      </dgm:t>
    </dgm:pt>
    <dgm:pt modelId="{660EF164-28B7-4781-8EB2-414D47C121DB}" type="parTrans" cxnId="{1B03969B-6DEA-4E54-A78F-4E073AFD570E}">
      <dgm:prSet/>
      <dgm:spPr/>
      <dgm:t>
        <a:bodyPr/>
        <a:lstStyle/>
        <a:p>
          <a:endParaRPr lang="it-IT"/>
        </a:p>
      </dgm:t>
    </dgm:pt>
    <dgm:pt modelId="{AA8C33B9-EC95-4E2E-997E-DA0C26AE4FBB}" type="sibTrans" cxnId="{1B03969B-6DEA-4E54-A78F-4E073AFD570E}">
      <dgm:prSet/>
      <dgm:spPr/>
      <dgm:t>
        <a:bodyPr/>
        <a:lstStyle/>
        <a:p>
          <a:endParaRPr lang="it-IT"/>
        </a:p>
      </dgm:t>
    </dgm:pt>
    <dgm:pt modelId="{DB779ABE-AFB1-4DD0-8918-6696EB3E86AD}">
      <dgm:prSet phldrT="[Testo]" phldr="0"/>
      <dgm:spPr/>
      <dgm:t>
        <a:bodyPr/>
        <a:lstStyle/>
        <a:p>
          <a:pPr rtl="0"/>
          <a:r>
            <a:rPr lang="it-IT" dirty="0"/>
            <a:t>The log </a:t>
          </a:r>
          <a:r>
            <a:rPr lang="it-IT" dirty="0" err="1"/>
            <a:t>was</a:t>
          </a:r>
          <a:r>
            <a:rPr lang="it-IT" dirty="0"/>
            <a:t> </a:t>
          </a:r>
          <a:r>
            <a:rPr lang="it-IT" dirty="0" err="1"/>
            <a:t>filtered</a:t>
          </a:r>
          <a:r>
            <a:rPr lang="it-IT" dirty="0"/>
            <a:t> for </a:t>
          </a:r>
          <a:r>
            <a:rPr lang="it-IT" dirty="0" err="1"/>
            <a:t>proper</a:t>
          </a:r>
          <a:r>
            <a:rPr lang="it-IT" dirty="0"/>
            <a:t> </a:t>
          </a:r>
          <a:r>
            <a:rPr lang="it-IT" dirty="0" err="1"/>
            <a:t>process</a:t>
          </a:r>
          <a:r>
            <a:rPr lang="it-IT" dirty="0"/>
            <a:t> </a:t>
          </a:r>
          <a:r>
            <a:rPr lang="it-IT" dirty="0" err="1"/>
            <a:t>discovery</a:t>
          </a:r>
          <a:r>
            <a:rPr lang="it-IT" dirty="0"/>
            <a:t>. </a:t>
          </a:r>
        </a:p>
      </dgm:t>
    </dgm:pt>
    <dgm:pt modelId="{3ABC18CC-8A22-4134-AC18-E56CB88728B2}" type="parTrans" cxnId="{4B5F815E-56CB-4314-8251-B2E590A7AE06}">
      <dgm:prSet/>
      <dgm:spPr/>
      <dgm:t>
        <a:bodyPr/>
        <a:lstStyle/>
        <a:p>
          <a:endParaRPr lang="it-IT"/>
        </a:p>
      </dgm:t>
    </dgm:pt>
    <dgm:pt modelId="{AEADD6FC-672F-4F7C-9F85-E348462AF55B}" type="sibTrans" cxnId="{4B5F815E-56CB-4314-8251-B2E590A7AE06}">
      <dgm:prSet/>
      <dgm:spPr/>
      <dgm:t>
        <a:bodyPr/>
        <a:lstStyle/>
        <a:p>
          <a:endParaRPr lang="it-IT"/>
        </a:p>
      </dgm:t>
    </dgm:pt>
    <dgm:pt modelId="{5C47FC41-0C08-4759-BCEE-CBF5607311B7}">
      <dgm:prSet phldrT="[Testo]" phldr="0"/>
      <dgm:spPr/>
      <dgm:t>
        <a:bodyPr/>
        <a:lstStyle/>
        <a:p>
          <a:pPr rtl="0"/>
          <a:r>
            <a:rPr lang="it-IT" dirty="0"/>
            <a:t>A set of meaningful features was engineered. </a:t>
          </a:r>
        </a:p>
      </dgm:t>
    </dgm:pt>
    <dgm:pt modelId="{8253483A-AD98-4EF1-85DA-729C4CD781A8}" type="parTrans" cxnId="{BF132451-5354-4FD1-BDC4-1A06AA7C9CC9}">
      <dgm:prSet/>
      <dgm:spPr/>
      <dgm:t>
        <a:bodyPr/>
        <a:lstStyle/>
        <a:p>
          <a:endParaRPr lang="it-IT"/>
        </a:p>
      </dgm:t>
    </dgm:pt>
    <dgm:pt modelId="{C6D7E543-9244-40C2-AC1C-3F0B7231E316}" type="sibTrans" cxnId="{BF132451-5354-4FD1-BDC4-1A06AA7C9CC9}">
      <dgm:prSet/>
      <dgm:spPr/>
      <dgm:t>
        <a:bodyPr/>
        <a:lstStyle/>
        <a:p>
          <a:endParaRPr lang="it-IT"/>
        </a:p>
      </dgm:t>
    </dgm:pt>
    <dgm:pt modelId="{F6A0B008-A4E6-45F9-B108-96F3D0F1182C}">
      <dgm:prSet phldr="0"/>
      <dgm:spPr/>
      <dgm:t>
        <a:bodyPr/>
        <a:lstStyle/>
        <a:p>
          <a:endParaRPr lang="it-IT" dirty="0">
            <a:latin typeface="Aptos"/>
          </a:endParaRPr>
        </a:p>
      </dgm:t>
    </dgm:pt>
    <dgm:pt modelId="{A2D90C39-3431-45E7-83A5-5B505D3F0F85}" type="parTrans" cxnId="{965E35DB-A7D4-4F91-8B9B-F1E6BAD2FEC0}">
      <dgm:prSet/>
      <dgm:spPr/>
    </dgm:pt>
    <dgm:pt modelId="{36B8865B-B6BE-47FA-8633-DC4CECF3CFED}" type="sibTrans" cxnId="{965E35DB-A7D4-4F91-8B9B-F1E6BAD2FEC0}">
      <dgm:prSet/>
      <dgm:spPr/>
    </dgm:pt>
    <dgm:pt modelId="{5D7A3F2E-74B4-4E05-B042-C230D2E2A9C2}">
      <dgm:prSet phldr="0"/>
      <dgm:spPr/>
      <dgm:t>
        <a:bodyPr/>
        <a:lstStyle/>
        <a:p>
          <a:pPr rtl="0"/>
          <a:r>
            <a:rPr lang="it-IT" dirty="0"/>
            <a:t>Using a Random Forest Classifier, the model achieved high predictive performance with reasonable scores on the test set. </a:t>
          </a:r>
          <a:endParaRPr lang="it-IT" dirty="0">
            <a:latin typeface="Aptos"/>
          </a:endParaRPr>
        </a:p>
      </dgm:t>
    </dgm:pt>
    <dgm:pt modelId="{037DF068-7733-4F89-943E-8B32CE08860F}" type="parTrans" cxnId="{0D14FFF2-FC15-4E86-9DDA-B331133FD0D4}">
      <dgm:prSet/>
      <dgm:spPr/>
    </dgm:pt>
    <dgm:pt modelId="{3B1F7D38-A3E0-4CB1-9338-BAA8FAF0D06D}" type="sibTrans" cxnId="{0D14FFF2-FC15-4E86-9DDA-B331133FD0D4}">
      <dgm:prSet/>
      <dgm:spPr/>
    </dgm:pt>
    <dgm:pt modelId="{B1DAD1B7-7B4C-4B24-8EEA-68FDCF059C51}" type="pres">
      <dgm:prSet presAssocID="{9DCCAFE8-6E11-4235-852F-330AA7D6B258}" presName="vert0" presStyleCnt="0">
        <dgm:presLayoutVars>
          <dgm:dir/>
          <dgm:animOne val="branch"/>
          <dgm:animLvl val="lvl"/>
        </dgm:presLayoutVars>
      </dgm:prSet>
      <dgm:spPr/>
    </dgm:pt>
    <dgm:pt modelId="{33815171-DE6A-45B6-A50E-48E17A6CA253}" type="pres">
      <dgm:prSet presAssocID="{712D78F5-F1CF-445F-8764-278E53A7B839}" presName="thickLine" presStyleLbl="alignNode1" presStyleIdx="0" presStyleCnt="1"/>
      <dgm:spPr/>
    </dgm:pt>
    <dgm:pt modelId="{77C069B5-53D2-4F46-B0DC-4E3CEB6040C5}" type="pres">
      <dgm:prSet presAssocID="{712D78F5-F1CF-445F-8764-278E53A7B839}" presName="horz1" presStyleCnt="0"/>
      <dgm:spPr/>
    </dgm:pt>
    <dgm:pt modelId="{D7794DB0-3AC0-4F76-B7E6-1DE23DD866F4}" type="pres">
      <dgm:prSet presAssocID="{712D78F5-F1CF-445F-8764-278E53A7B839}" presName="tx1" presStyleLbl="revTx" presStyleIdx="0" presStyleCnt="6"/>
      <dgm:spPr/>
    </dgm:pt>
    <dgm:pt modelId="{3F341E0C-E59A-4644-A871-73FD34927D2D}" type="pres">
      <dgm:prSet presAssocID="{712D78F5-F1CF-445F-8764-278E53A7B839}" presName="vert1" presStyleCnt="0"/>
      <dgm:spPr/>
    </dgm:pt>
    <dgm:pt modelId="{60E707F9-3CF6-4BF6-98D5-8C85E4B2EEDA}" type="pres">
      <dgm:prSet presAssocID="{AE80BDDF-D0B1-42F3-AD2F-A77200221822}" presName="vertSpace2a" presStyleCnt="0"/>
      <dgm:spPr/>
    </dgm:pt>
    <dgm:pt modelId="{C33011FA-F20C-407D-B382-7229E37D1D0B}" type="pres">
      <dgm:prSet presAssocID="{AE80BDDF-D0B1-42F3-AD2F-A77200221822}" presName="horz2" presStyleCnt="0"/>
      <dgm:spPr/>
    </dgm:pt>
    <dgm:pt modelId="{676FBB4E-CDBE-4A4E-99C4-5304F84B86FD}" type="pres">
      <dgm:prSet presAssocID="{AE80BDDF-D0B1-42F3-AD2F-A77200221822}" presName="horzSpace2" presStyleCnt="0"/>
      <dgm:spPr/>
    </dgm:pt>
    <dgm:pt modelId="{C96D022E-4C8E-4B6A-96DB-0EC0D87E51D2}" type="pres">
      <dgm:prSet presAssocID="{AE80BDDF-D0B1-42F3-AD2F-A77200221822}" presName="tx2" presStyleLbl="revTx" presStyleIdx="1" presStyleCnt="6"/>
      <dgm:spPr/>
    </dgm:pt>
    <dgm:pt modelId="{668F798B-2744-4365-9CE4-F13DE4EE7F9C}" type="pres">
      <dgm:prSet presAssocID="{AE80BDDF-D0B1-42F3-AD2F-A77200221822}" presName="vert2" presStyleCnt="0"/>
      <dgm:spPr/>
    </dgm:pt>
    <dgm:pt modelId="{F2649027-C65B-43D3-93C5-E0971D2AC4ED}" type="pres">
      <dgm:prSet presAssocID="{AE80BDDF-D0B1-42F3-AD2F-A77200221822}" presName="thinLine2b" presStyleLbl="callout" presStyleIdx="0" presStyleCnt="5"/>
      <dgm:spPr/>
    </dgm:pt>
    <dgm:pt modelId="{378DBB9A-C6CA-4E64-9056-B1DF624D3AD9}" type="pres">
      <dgm:prSet presAssocID="{AE80BDDF-D0B1-42F3-AD2F-A77200221822}" presName="vertSpace2b" presStyleCnt="0"/>
      <dgm:spPr/>
    </dgm:pt>
    <dgm:pt modelId="{96E83999-F52F-4236-8F3F-CA8428341901}" type="pres">
      <dgm:prSet presAssocID="{DB779ABE-AFB1-4DD0-8918-6696EB3E86AD}" presName="horz2" presStyleCnt="0"/>
      <dgm:spPr/>
    </dgm:pt>
    <dgm:pt modelId="{5B2D3A3B-A4BA-4910-AF04-883B80F69015}" type="pres">
      <dgm:prSet presAssocID="{DB779ABE-AFB1-4DD0-8918-6696EB3E86AD}" presName="horzSpace2" presStyleCnt="0"/>
      <dgm:spPr/>
    </dgm:pt>
    <dgm:pt modelId="{2A4412EE-27DD-4550-9D4F-04EFBD84CC53}" type="pres">
      <dgm:prSet presAssocID="{DB779ABE-AFB1-4DD0-8918-6696EB3E86AD}" presName="tx2" presStyleLbl="revTx" presStyleIdx="2" presStyleCnt="6"/>
      <dgm:spPr/>
    </dgm:pt>
    <dgm:pt modelId="{FD227C24-BE9A-456F-893C-D617BB8F2872}" type="pres">
      <dgm:prSet presAssocID="{DB779ABE-AFB1-4DD0-8918-6696EB3E86AD}" presName="vert2" presStyleCnt="0"/>
      <dgm:spPr/>
    </dgm:pt>
    <dgm:pt modelId="{26FDEE9C-D39D-4AEA-A97D-30421A42FEF3}" type="pres">
      <dgm:prSet presAssocID="{DB779ABE-AFB1-4DD0-8918-6696EB3E86AD}" presName="thinLine2b" presStyleLbl="callout" presStyleIdx="1" presStyleCnt="5"/>
      <dgm:spPr/>
    </dgm:pt>
    <dgm:pt modelId="{F4EF7E70-5FB6-45CF-9BF9-3E09EBA3939F}" type="pres">
      <dgm:prSet presAssocID="{DB779ABE-AFB1-4DD0-8918-6696EB3E86AD}" presName="vertSpace2b" presStyleCnt="0"/>
      <dgm:spPr/>
    </dgm:pt>
    <dgm:pt modelId="{592CA309-C8E8-4659-9B17-19A98416448A}" type="pres">
      <dgm:prSet presAssocID="{5C47FC41-0C08-4759-BCEE-CBF5607311B7}" presName="horz2" presStyleCnt="0"/>
      <dgm:spPr/>
    </dgm:pt>
    <dgm:pt modelId="{89EE7CF7-B90D-43AD-BCF1-8732C231C3E7}" type="pres">
      <dgm:prSet presAssocID="{5C47FC41-0C08-4759-BCEE-CBF5607311B7}" presName="horzSpace2" presStyleCnt="0"/>
      <dgm:spPr/>
    </dgm:pt>
    <dgm:pt modelId="{18B065C0-8931-46F4-931D-6B88C68DD2F6}" type="pres">
      <dgm:prSet presAssocID="{5C47FC41-0C08-4759-BCEE-CBF5607311B7}" presName="tx2" presStyleLbl="revTx" presStyleIdx="3" presStyleCnt="6"/>
      <dgm:spPr/>
    </dgm:pt>
    <dgm:pt modelId="{E870D75E-1DB1-4BBD-B5E1-756FB7BE3C05}" type="pres">
      <dgm:prSet presAssocID="{5C47FC41-0C08-4759-BCEE-CBF5607311B7}" presName="vert2" presStyleCnt="0"/>
      <dgm:spPr/>
    </dgm:pt>
    <dgm:pt modelId="{49E2E2D0-8546-41DB-91D0-E917F03773C8}" type="pres">
      <dgm:prSet presAssocID="{5C47FC41-0C08-4759-BCEE-CBF5607311B7}" presName="thinLine2b" presStyleLbl="callout" presStyleIdx="2" presStyleCnt="5"/>
      <dgm:spPr/>
    </dgm:pt>
    <dgm:pt modelId="{1935EDA8-AF72-49DF-9991-9B73397CBDDC}" type="pres">
      <dgm:prSet presAssocID="{5C47FC41-0C08-4759-BCEE-CBF5607311B7}" presName="vertSpace2b" presStyleCnt="0"/>
      <dgm:spPr/>
    </dgm:pt>
    <dgm:pt modelId="{89528299-D30E-4742-AADE-5BC9B335B3A4}" type="pres">
      <dgm:prSet presAssocID="{5D7A3F2E-74B4-4E05-B042-C230D2E2A9C2}" presName="horz2" presStyleCnt="0"/>
      <dgm:spPr/>
    </dgm:pt>
    <dgm:pt modelId="{06FE7D6E-81E4-4445-A044-D86F275A0891}" type="pres">
      <dgm:prSet presAssocID="{5D7A3F2E-74B4-4E05-B042-C230D2E2A9C2}" presName="horzSpace2" presStyleCnt="0"/>
      <dgm:spPr/>
    </dgm:pt>
    <dgm:pt modelId="{D89D3ED9-D717-4EE6-AF46-DCD4BFD64FC3}" type="pres">
      <dgm:prSet presAssocID="{5D7A3F2E-74B4-4E05-B042-C230D2E2A9C2}" presName="tx2" presStyleLbl="revTx" presStyleIdx="4" presStyleCnt="6"/>
      <dgm:spPr/>
    </dgm:pt>
    <dgm:pt modelId="{32A178EB-6824-4C76-BF38-5E88451CA007}" type="pres">
      <dgm:prSet presAssocID="{5D7A3F2E-74B4-4E05-B042-C230D2E2A9C2}" presName="vert2" presStyleCnt="0"/>
      <dgm:spPr/>
    </dgm:pt>
    <dgm:pt modelId="{1234C80B-8160-4FA5-98AA-AFBE2328C479}" type="pres">
      <dgm:prSet presAssocID="{5D7A3F2E-74B4-4E05-B042-C230D2E2A9C2}" presName="thinLine2b" presStyleLbl="callout" presStyleIdx="3" presStyleCnt="5"/>
      <dgm:spPr/>
    </dgm:pt>
    <dgm:pt modelId="{D7CD03C7-7D76-41F5-88DF-DBEB47E8F582}" type="pres">
      <dgm:prSet presAssocID="{5D7A3F2E-74B4-4E05-B042-C230D2E2A9C2}" presName="vertSpace2b" presStyleCnt="0"/>
      <dgm:spPr/>
    </dgm:pt>
    <dgm:pt modelId="{8AF90085-FA9B-4578-BF2A-395FC0EE0A4E}" type="pres">
      <dgm:prSet presAssocID="{F6A0B008-A4E6-45F9-B108-96F3D0F1182C}" presName="horz2" presStyleCnt="0"/>
      <dgm:spPr/>
    </dgm:pt>
    <dgm:pt modelId="{D1139B9D-F359-41CE-80A7-EB2DC32F7574}" type="pres">
      <dgm:prSet presAssocID="{F6A0B008-A4E6-45F9-B108-96F3D0F1182C}" presName="horzSpace2" presStyleCnt="0"/>
      <dgm:spPr/>
    </dgm:pt>
    <dgm:pt modelId="{78A43E2A-C74E-4724-BA27-1DFA8656DECE}" type="pres">
      <dgm:prSet presAssocID="{F6A0B008-A4E6-45F9-B108-96F3D0F1182C}" presName="tx2" presStyleLbl="revTx" presStyleIdx="5" presStyleCnt="6"/>
      <dgm:spPr/>
    </dgm:pt>
    <dgm:pt modelId="{B7117B64-A4B1-4CB6-9BC0-FF882FB00F67}" type="pres">
      <dgm:prSet presAssocID="{F6A0B008-A4E6-45F9-B108-96F3D0F1182C}" presName="vert2" presStyleCnt="0"/>
      <dgm:spPr/>
    </dgm:pt>
    <dgm:pt modelId="{5A33C4A8-788C-4282-A4F7-9D3D968A831A}" type="pres">
      <dgm:prSet presAssocID="{F6A0B008-A4E6-45F9-B108-96F3D0F1182C}" presName="thinLine2b" presStyleLbl="callout" presStyleIdx="4" presStyleCnt="5"/>
      <dgm:spPr/>
    </dgm:pt>
    <dgm:pt modelId="{F4A74A6B-51FC-47AD-A16F-FDEDA3B85458}" type="pres">
      <dgm:prSet presAssocID="{F6A0B008-A4E6-45F9-B108-96F3D0F1182C}" presName="vertSpace2b" presStyleCnt="0"/>
      <dgm:spPr/>
    </dgm:pt>
  </dgm:ptLst>
  <dgm:cxnLst>
    <dgm:cxn modelId="{4B5F815E-56CB-4314-8251-B2E590A7AE06}" srcId="{712D78F5-F1CF-445F-8764-278E53A7B839}" destId="{DB779ABE-AFB1-4DD0-8918-6696EB3E86AD}" srcOrd="1" destOrd="0" parTransId="{3ABC18CC-8A22-4134-AC18-E56CB88728B2}" sibTransId="{AEADD6FC-672F-4F7C-9F85-E348462AF55B}"/>
    <dgm:cxn modelId="{93EAFE42-98A5-4D08-90B7-9C04EBD8EAFE}" srcId="{9DCCAFE8-6E11-4235-852F-330AA7D6B258}" destId="{712D78F5-F1CF-445F-8764-278E53A7B839}" srcOrd="0" destOrd="0" parTransId="{8E6B8022-E73F-460C-91A2-2AE368698804}" sibTransId="{3FEA5251-6DFF-4A03-8176-F48C520B976A}"/>
    <dgm:cxn modelId="{9DEDAA6E-B891-4FAE-B4AC-6368E36D3B66}" type="presOf" srcId="{5C47FC41-0C08-4759-BCEE-CBF5607311B7}" destId="{18B065C0-8931-46F4-931D-6B88C68DD2F6}" srcOrd="0" destOrd="0" presId="urn:microsoft.com/office/officeart/2008/layout/LinedList"/>
    <dgm:cxn modelId="{BF132451-5354-4FD1-BDC4-1A06AA7C9CC9}" srcId="{712D78F5-F1CF-445F-8764-278E53A7B839}" destId="{5C47FC41-0C08-4759-BCEE-CBF5607311B7}" srcOrd="2" destOrd="0" parTransId="{8253483A-AD98-4EF1-85DA-729C4CD781A8}" sibTransId="{C6D7E543-9244-40C2-AC1C-3F0B7231E316}"/>
    <dgm:cxn modelId="{95A55755-08C8-425B-A16D-8EA6E3376DFA}" type="presOf" srcId="{712D78F5-F1CF-445F-8764-278E53A7B839}" destId="{D7794DB0-3AC0-4F76-B7E6-1DE23DD866F4}" srcOrd="0" destOrd="0" presId="urn:microsoft.com/office/officeart/2008/layout/LinedList"/>
    <dgm:cxn modelId="{8B309658-062E-4252-8131-BB5ECC768A71}" type="presOf" srcId="{5D7A3F2E-74B4-4E05-B042-C230D2E2A9C2}" destId="{D89D3ED9-D717-4EE6-AF46-DCD4BFD64FC3}" srcOrd="0" destOrd="0" presId="urn:microsoft.com/office/officeart/2008/layout/LinedList"/>
    <dgm:cxn modelId="{1B03969B-6DEA-4E54-A78F-4E073AFD570E}" srcId="{712D78F5-F1CF-445F-8764-278E53A7B839}" destId="{AE80BDDF-D0B1-42F3-AD2F-A77200221822}" srcOrd="0" destOrd="0" parTransId="{660EF164-28B7-4781-8EB2-414D47C121DB}" sibTransId="{AA8C33B9-EC95-4E2E-997E-DA0C26AE4FBB}"/>
    <dgm:cxn modelId="{F1A6ECCD-52B8-4866-A40E-776038D5CFC1}" type="presOf" srcId="{AE80BDDF-D0B1-42F3-AD2F-A77200221822}" destId="{C96D022E-4C8E-4B6A-96DB-0EC0D87E51D2}" srcOrd="0" destOrd="0" presId="urn:microsoft.com/office/officeart/2008/layout/LinedList"/>
    <dgm:cxn modelId="{A3891ED6-5737-420F-A854-1069A952FFC8}" type="presOf" srcId="{DB779ABE-AFB1-4DD0-8918-6696EB3E86AD}" destId="{2A4412EE-27DD-4550-9D4F-04EFBD84CC53}" srcOrd="0" destOrd="0" presId="urn:microsoft.com/office/officeart/2008/layout/LinedList"/>
    <dgm:cxn modelId="{965E35DB-A7D4-4F91-8B9B-F1E6BAD2FEC0}" srcId="{712D78F5-F1CF-445F-8764-278E53A7B839}" destId="{F6A0B008-A4E6-45F9-B108-96F3D0F1182C}" srcOrd="4" destOrd="0" parTransId="{A2D90C39-3431-45E7-83A5-5B505D3F0F85}" sibTransId="{36B8865B-B6BE-47FA-8633-DC4CECF3CFED}"/>
    <dgm:cxn modelId="{C3B6CEF1-BDFA-4105-A61F-B0F16AC4987A}" type="presOf" srcId="{9DCCAFE8-6E11-4235-852F-330AA7D6B258}" destId="{B1DAD1B7-7B4C-4B24-8EEA-68FDCF059C51}" srcOrd="0" destOrd="0" presId="urn:microsoft.com/office/officeart/2008/layout/LinedList"/>
    <dgm:cxn modelId="{0D14FFF2-FC15-4E86-9DDA-B331133FD0D4}" srcId="{712D78F5-F1CF-445F-8764-278E53A7B839}" destId="{5D7A3F2E-74B4-4E05-B042-C230D2E2A9C2}" srcOrd="3" destOrd="0" parTransId="{037DF068-7733-4F89-943E-8B32CE08860F}" sibTransId="{3B1F7D38-A3E0-4CB1-9338-BAA8FAF0D06D}"/>
    <dgm:cxn modelId="{D12183FB-4D86-4B4D-B44C-85668451FC3B}" type="presOf" srcId="{F6A0B008-A4E6-45F9-B108-96F3D0F1182C}" destId="{78A43E2A-C74E-4724-BA27-1DFA8656DECE}" srcOrd="0" destOrd="0" presId="urn:microsoft.com/office/officeart/2008/layout/LinedList"/>
    <dgm:cxn modelId="{9E272B74-ED45-4841-B86C-DACD50C6FE4C}" type="presParOf" srcId="{B1DAD1B7-7B4C-4B24-8EEA-68FDCF059C51}" destId="{33815171-DE6A-45B6-A50E-48E17A6CA253}" srcOrd="0" destOrd="0" presId="urn:microsoft.com/office/officeart/2008/layout/LinedList"/>
    <dgm:cxn modelId="{658FA012-96CE-4CC1-8198-58DE6A233951}" type="presParOf" srcId="{B1DAD1B7-7B4C-4B24-8EEA-68FDCF059C51}" destId="{77C069B5-53D2-4F46-B0DC-4E3CEB6040C5}" srcOrd="1" destOrd="0" presId="urn:microsoft.com/office/officeart/2008/layout/LinedList"/>
    <dgm:cxn modelId="{B84491DE-E96B-49C0-A2D3-6F9E9BC8447B}" type="presParOf" srcId="{77C069B5-53D2-4F46-B0DC-4E3CEB6040C5}" destId="{D7794DB0-3AC0-4F76-B7E6-1DE23DD866F4}" srcOrd="0" destOrd="0" presId="urn:microsoft.com/office/officeart/2008/layout/LinedList"/>
    <dgm:cxn modelId="{FCC3EDD7-7A4F-4A70-93D1-D1E9E7176264}" type="presParOf" srcId="{77C069B5-53D2-4F46-B0DC-4E3CEB6040C5}" destId="{3F341E0C-E59A-4644-A871-73FD34927D2D}" srcOrd="1" destOrd="0" presId="urn:microsoft.com/office/officeart/2008/layout/LinedList"/>
    <dgm:cxn modelId="{5D330849-2D8E-415F-9C60-DD25FD4FB909}" type="presParOf" srcId="{3F341E0C-E59A-4644-A871-73FD34927D2D}" destId="{60E707F9-3CF6-4BF6-98D5-8C85E4B2EEDA}" srcOrd="0" destOrd="0" presId="urn:microsoft.com/office/officeart/2008/layout/LinedList"/>
    <dgm:cxn modelId="{9C11E13B-F3C0-41B6-B194-6FE744224012}" type="presParOf" srcId="{3F341E0C-E59A-4644-A871-73FD34927D2D}" destId="{C33011FA-F20C-407D-B382-7229E37D1D0B}" srcOrd="1" destOrd="0" presId="urn:microsoft.com/office/officeart/2008/layout/LinedList"/>
    <dgm:cxn modelId="{8FB3C941-0F36-46BC-B655-9B3F4C70F518}" type="presParOf" srcId="{C33011FA-F20C-407D-B382-7229E37D1D0B}" destId="{676FBB4E-CDBE-4A4E-99C4-5304F84B86FD}" srcOrd="0" destOrd="0" presId="urn:microsoft.com/office/officeart/2008/layout/LinedList"/>
    <dgm:cxn modelId="{6EF99642-A44B-4B27-99A6-F6E8C90C191A}" type="presParOf" srcId="{C33011FA-F20C-407D-B382-7229E37D1D0B}" destId="{C96D022E-4C8E-4B6A-96DB-0EC0D87E51D2}" srcOrd="1" destOrd="0" presId="urn:microsoft.com/office/officeart/2008/layout/LinedList"/>
    <dgm:cxn modelId="{79ABC49D-E66B-45BF-8BC4-57C8F4BF3B0C}" type="presParOf" srcId="{C33011FA-F20C-407D-B382-7229E37D1D0B}" destId="{668F798B-2744-4365-9CE4-F13DE4EE7F9C}" srcOrd="2" destOrd="0" presId="urn:microsoft.com/office/officeart/2008/layout/LinedList"/>
    <dgm:cxn modelId="{A5D55BAD-7F2C-448C-8214-F372FDD169E0}" type="presParOf" srcId="{3F341E0C-E59A-4644-A871-73FD34927D2D}" destId="{F2649027-C65B-43D3-93C5-E0971D2AC4ED}" srcOrd="2" destOrd="0" presId="urn:microsoft.com/office/officeart/2008/layout/LinedList"/>
    <dgm:cxn modelId="{612D5F97-0AAD-4D52-B467-AE39DABB2903}" type="presParOf" srcId="{3F341E0C-E59A-4644-A871-73FD34927D2D}" destId="{378DBB9A-C6CA-4E64-9056-B1DF624D3AD9}" srcOrd="3" destOrd="0" presId="urn:microsoft.com/office/officeart/2008/layout/LinedList"/>
    <dgm:cxn modelId="{9B6D5088-7D47-43B7-9DF0-14B276BA49EE}" type="presParOf" srcId="{3F341E0C-E59A-4644-A871-73FD34927D2D}" destId="{96E83999-F52F-4236-8F3F-CA8428341901}" srcOrd="4" destOrd="0" presId="urn:microsoft.com/office/officeart/2008/layout/LinedList"/>
    <dgm:cxn modelId="{55C4AA54-DE9F-4BF2-81BE-D1640F9F6E94}" type="presParOf" srcId="{96E83999-F52F-4236-8F3F-CA8428341901}" destId="{5B2D3A3B-A4BA-4910-AF04-883B80F69015}" srcOrd="0" destOrd="0" presId="urn:microsoft.com/office/officeart/2008/layout/LinedList"/>
    <dgm:cxn modelId="{B5A8104E-B184-461D-9973-DC49D256F567}" type="presParOf" srcId="{96E83999-F52F-4236-8F3F-CA8428341901}" destId="{2A4412EE-27DD-4550-9D4F-04EFBD84CC53}" srcOrd="1" destOrd="0" presId="urn:microsoft.com/office/officeart/2008/layout/LinedList"/>
    <dgm:cxn modelId="{237A0C28-FACD-4449-987A-D0A5A7FEF831}" type="presParOf" srcId="{96E83999-F52F-4236-8F3F-CA8428341901}" destId="{FD227C24-BE9A-456F-893C-D617BB8F2872}" srcOrd="2" destOrd="0" presId="urn:microsoft.com/office/officeart/2008/layout/LinedList"/>
    <dgm:cxn modelId="{9C9F853C-BC12-4E84-A1B3-2A1744AC6D18}" type="presParOf" srcId="{3F341E0C-E59A-4644-A871-73FD34927D2D}" destId="{26FDEE9C-D39D-4AEA-A97D-30421A42FEF3}" srcOrd="5" destOrd="0" presId="urn:microsoft.com/office/officeart/2008/layout/LinedList"/>
    <dgm:cxn modelId="{303F494A-40A9-4506-B01F-3EEA7BD25F7A}" type="presParOf" srcId="{3F341E0C-E59A-4644-A871-73FD34927D2D}" destId="{F4EF7E70-5FB6-45CF-9BF9-3E09EBA3939F}" srcOrd="6" destOrd="0" presId="urn:microsoft.com/office/officeart/2008/layout/LinedList"/>
    <dgm:cxn modelId="{CC20A9D4-3ECB-4311-B239-7E2EF34B9D4A}" type="presParOf" srcId="{3F341E0C-E59A-4644-A871-73FD34927D2D}" destId="{592CA309-C8E8-4659-9B17-19A98416448A}" srcOrd="7" destOrd="0" presId="urn:microsoft.com/office/officeart/2008/layout/LinedList"/>
    <dgm:cxn modelId="{C1AD2C2E-D0AF-4B4F-A15E-55E1CCF2A038}" type="presParOf" srcId="{592CA309-C8E8-4659-9B17-19A98416448A}" destId="{89EE7CF7-B90D-43AD-BCF1-8732C231C3E7}" srcOrd="0" destOrd="0" presId="urn:microsoft.com/office/officeart/2008/layout/LinedList"/>
    <dgm:cxn modelId="{06AE1C2D-6E46-42EB-8F8E-EE2575CB5AF7}" type="presParOf" srcId="{592CA309-C8E8-4659-9B17-19A98416448A}" destId="{18B065C0-8931-46F4-931D-6B88C68DD2F6}" srcOrd="1" destOrd="0" presId="urn:microsoft.com/office/officeart/2008/layout/LinedList"/>
    <dgm:cxn modelId="{C089A217-DF72-4B61-BBFD-ECC4EF74B257}" type="presParOf" srcId="{592CA309-C8E8-4659-9B17-19A98416448A}" destId="{E870D75E-1DB1-4BBD-B5E1-756FB7BE3C05}" srcOrd="2" destOrd="0" presId="urn:microsoft.com/office/officeart/2008/layout/LinedList"/>
    <dgm:cxn modelId="{9E070EEB-DA1A-4130-8F6B-B45EBF88E026}" type="presParOf" srcId="{3F341E0C-E59A-4644-A871-73FD34927D2D}" destId="{49E2E2D0-8546-41DB-91D0-E917F03773C8}" srcOrd="8" destOrd="0" presId="urn:microsoft.com/office/officeart/2008/layout/LinedList"/>
    <dgm:cxn modelId="{497FDBB6-7682-4D23-9243-95D50F1083F5}" type="presParOf" srcId="{3F341E0C-E59A-4644-A871-73FD34927D2D}" destId="{1935EDA8-AF72-49DF-9991-9B73397CBDDC}" srcOrd="9" destOrd="0" presId="urn:microsoft.com/office/officeart/2008/layout/LinedList"/>
    <dgm:cxn modelId="{179D7160-B111-4C88-9207-78F65999FAD0}" type="presParOf" srcId="{3F341E0C-E59A-4644-A871-73FD34927D2D}" destId="{89528299-D30E-4742-AADE-5BC9B335B3A4}" srcOrd="10" destOrd="0" presId="urn:microsoft.com/office/officeart/2008/layout/LinedList"/>
    <dgm:cxn modelId="{5ABF729A-EAEA-4659-9443-875C8C40C9F6}" type="presParOf" srcId="{89528299-D30E-4742-AADE-5BC9B335B3A4}" destId="{06FE7D6E-81E4-4445-A044-D86F275A0891}" srcOrd="0" destOrd="0" presId="urn:microsoft.com/office/officeart/2008/layout/LinedList"/>
    <dgm:cxn modelId="{362DDF5F-347F-4A5E-97C9-25B2F02DAAFE}" type="presParOf" srcId="{89528299-D30E-4742-AADE-5BC9B335B3A4}" destId="{D89D3ED9-D717-4EE6-AF46-DCD4BFD64FC3}" srcOrd="1" destOrd="0" presId="urn:microsoft.com/office/officeart/2008/layout/LinedList"/>
    <dgm:cxn modelId="{57985B8A-4502-4696-95EF-959C829545C1}" type="presParOf" srcId="{89528299-D30E-4742-AADE-5BC9B335B3A4}" destId="{32A178EB-6824-4C76-BF38-5E88451CA007}" srcOrd="2" destOrd="0" presId="urn:microsoft.com/office/officeart/2008/layout/LinedList"/>
    <dgm:cxn modelId="{F98F0573-A7CB-4517-849D-90CD0AA22F4F}" type="presParOf" srcId="{3F341E0C-E59A-4644-A871-73FD34927D2D}" destId="{1234C80B-8160-4FA5-98AA-AFBE2328C479}" srcOrd="11" destOrd="0" presId="urn:microsoft.com/office/officeart/2008/layout/LinedList"/>
    <dgm:cxn modelId="{F8DF6800-1E34-42E5-9744-BB16246FA85D}" type="presParOf" srcId="{3F341E0C-E59A-4644-A871-73FD34927D2D}" destId="{D7CD03C7-7D76-41F5-88DF-DBEB47E8F582}" srcOrd="12" destOrd="0" presId="urn:microsoft.com/office/officeart/2008/layout/LinedList"/>
    <dgm:cxn modelId="{6FE0F850-A33C-4DEE-BAA0-899ACC907BA0}" type="presParOf" srcId="{3F341E0C-E59A-4644-A871-73FD34927D2D}" destId="{8AF90085-FA9B-4578-BF2A-395FC0EE0A4E}" srcOrd="13" destOrd="0" presId="urn:microsoft.com/office/officeart/2008/layout/LinedList"/>
    <dgm:cxn modelId="{9C7A0429-DED8-4F00-8764-26B298DBC7D3}" type="presParOf" srcId="{8AF90085-FA9B-4578-BF2A-395FC0EE0A4E}" destId="{D1139B9D-F359-41CE-80A7-EB2DC32F7574}" srcOrd="0" destOrd="0" presId="urn:microsoft.com/office/officeart/2008/layout/LinedList"/>
    <dgm:cxn modelId="{3F2F8632-5F2E-40BC-AD18-699DF550052E}" type="presParOf" srcId="{8AF90085-FA9B-4578-BF2A-395FC0EE0A4E}" destId="{78A43E2A-C74E-4724-BA27-1DFA8656DECE}" srcOrd="1" destOrd="0" presId="urn:microsoft.com/office/officeart/2008/layout/LinedList"/>
    <dgm:cxn modelId="{0AC8C868-FF73-4457-A8E0-6FE50924BD9C}" type="presParOf" srcId="{8AF90085-FA9B-4578-BF2A-395FC0EE0A4E}" destId="{B7117B64-A4B1-4CB6-9BC0-FF882FB00F67}" srcOrd="2" destOrd="0" presId="urn:microsoft.com/office/officeart/2008/layout/LinedList"/>
    <dgm:cxn modelId="{3614FEB3-0198-4B1F-A8EF-1890B640C55D}" type="presParOf" srcId="{3F341E0C-E59A-4644-A871-73FD34927D2D}" destId="{5A33C4A8-788C-4282-A4F7-9D3D968A831A}" srcOrd="14" destOrd="0" presId="urn:microsoft.com/office/officeart/2008/layout/LinedList"/>
    <dgm:cxn modelId="{8F635945-1F6B-44B7-8914-F04D8DCB89DE}" type="presParOf" srcId="{3F341E0C-E59A-4644-A871-73FD34927D2D}" destId="{F4A74A6B-51FC-47AD-A16F-FDEDA3B85458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FC4B5-05B3-4B2C-9FD8-44734A42BDC5}">
      <dsp:nvSpPr>
        <dsp:cNvPr id="0" name=""/>
        <dsp:cNvSpPr/>
      </dsp:nvSpPr>
      <dsp:spPr>
        <a:xfrm>
          <a:off x="0" y="1627632"/>
          <a:ext cx="9720072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19629-A4F7-4DBD-A281-98CD4329D041}">
      <dsp:nvSpPr>
        <dsp:cNvPr id="0" name=""/>
        <dsp:cNvSpPr/>
      </dsp:nvSpPr>
      <dsp:spPr>
        <a:xfrm>
          <a:off x="291602" y="1009131"/>
          <a:ext cx="4276831" cy="39063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600" kern="1200" err="1"/>
            <a:t>Problem</a:t>
          </a:r>
          <a:r>
            <a:rPr lang="it-IT" sz="1600" kern="1200"/>
            <a:t> Statement</a:t>
          </a:r>
        </a:p>
      </dsp:txBody>
      <dsp:txXfrm>
        <a:off x="291602" y="1009131"/>
        <a:ext cx="4276831" cy="390631"/>
      </dsp:txXfrm>
    </dsp:sp>
    <dsp:sp modelId="{06D9CEC4-60C0-4507-A6DA-4A7F60507784}">
      <dsp:nvSpPr>
        <dsp:cNvPr id="0" name=""/>
        <dsp:cNvSpPr/>
      </dsp:nvSpPr>
      <dsp:spPr>
        <a:xfrm>
          <a:off x="291602" y="344996"/>
          <a:ext cx="4276831" cy="6641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 err="1"/>
            <a:t>Inefficiencies</a:t>
          </a:r>
          <a:r>
            <a:rPr lang="it-IT" sz="1400" kern="1200" dirty="0"/>
            <a:t> in </a:t>
          </a:r>
          <a:r>
            <a:rPr lang="it-IT" sz="1400" kern="1200" dirty="0" err="1"/>
            <a:t>traffic</a:t>
          </a:r>
          <a:r>
            <a:rPr lang="it-IT" sz="1400" kern="1200" dirty="0"/>
            <a:t> fine management (delays, </a:t>
          </a:r>
          <a:r>
            <a:rPr lang="it-IT" sz="1400" kern="1200" dirty="0" err="1"/>
            <a:t>unpaid</a:t>
          </a:r>
          <a:r>
            <a:rPr lang="it-IT" sz="1400" kern="1200" dirty="0"/>
            <a:t> </a:t>
          </a:r>
          <a:r>
            <a:rPr lang="it-IT" sz="1400" kern="1200" dirty="0" err="1"/>
            <a:t>fines</a:t>
          </a:r>
          <a:r>
            <a:rPr lang="it-IT" sz="1400" kern="1200" dirty="0"/>
            <a:t>)</a:t>
          </a:r>
        </a:p>
      </dsp:txBody>
      <dsp:txXfrm>
        <a:off x="291602" y="344996"/>
        <a:ext cx="4276831" cy="664134"/>
      </dsp:txXfrm>
    </dsp:sp>
    <dsp:sp modelId="{92FF06BD-1528-4F6A-8E9A-6D48610C44CD}">
      <dsp:nvSpPr>
        <dsp:cNvPr id="0" name=""/>
        <dsp:cNvSpPr/>
      </dsp:nvSpPr>
      <dsp:spPr>
        <a:xfrm>
          <a:off x="2430017" y="1399763"/>
          <a:ext cx="0" cy="227868"/>
        </a:xfrm>
        <a:prstGeom prst="line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8104CF-BC91-4AAA-B5DE-0598E25683A1}">
      <dsp:nvSpPr>
        <dsp:cNvPr id="0" name=""/>
        <dsp:cNvSpPr/>
      </dsp:nvSpPr>
      <dsp:spPr>
        <a:xfrm>
          <a:off x="2721620" y="1855500"/>
          <a:ext cx="4276831" cy="39063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600" kern="1200" err="1"/>
            <a:t>Objective</a:t>
          </a:r>
          <a:endParaRPr lang="it-IT" sz="1600" kern="1200"/>
        </a:p>
      </dsp:txBody>
      <dsp:txXfrm>
        <a:off x="2721620" y="1855500"/>
        <a:ext cx="4276831" cy="390631"/>
      </dsp:txXfrm>
    </dsp:sp>
    <dsp:sp modelId="{FE7ED002-33B6-4A67-8932-01C13DA43EB6}">
      <dsp:nvSpPr>
        <dsp:cNvPr id="0" name=""/>
        <dsp:cNvSpPr/>
      </dsp:nvSpPr>
      <dsp:spPr>
        <a:xfrm>
          <a:off x="2721620" y="2246132"/>
          <a:ext cx="4276831" cy="6641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Analyze event logs to map workflows and predict outcomes (payment vs. escalation</a:t>
          </a:r>
          <a:r>
            <a:rPr lang="it-IT" sz="1400" kern="1200">
              <a:latin typeface="Aptos"/>
            </a:rPr>
            <a:t>)</a:t>
          </a:r>
          <a:endParaRPr lang="it-IT" sz="1400" kern="1200"/>
        </a:p>
      </dsp:txBody>
      <dsp:txXfrm>
        <a:off x="2721620" y="2246132"/>
        <a:ext cx="4276831" cy="664134"/>
      </dsp:txXfrm>
    </dsp:sp>
    <dsp:sp modelId="{F9042EAC-E159-48D8-A54D-3CC1EE6387BF}">
      <dsp:nvSpPr>
        <dsp:cNvPr id="0" name=""/>
        <dsp:cNvSpPr/>
      </dsp:nvSpPr>
      <dsp:spPr>
        <a:xfrm>
          <a:off x="4860035" y="1627631"/>
          <a:ext cx="0" cy="227868"/>
        </a:xfrm>
        <a:prstGeom prst="line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71A313-4EB7-4107-9CBE-56D00913CFBC}">
      <dsp:nvSpPr>
        <dsp:cNvPr id="0" name=""/>
        <dsp:cNvSpPr/>
      </dsp:nvSpPr>
      <dsp:spPr>
        <a:xfrm rot="2700000">
          <a:off x="2404697" y="1602311"/>
          <a:ext cx="50640" cy="50640"/>
        </a:xfrm>
        <a:prstGeom prst="rect">
          <a:avLst/>
        </a:prstGeom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E5B58-8655-4BF2-BC7D-7F015E392FDC}">
      <dsp:nvSpPr>
        <dsp:cNvPr id="0" name=""/>
        <dsp:cNvSpPr/>
      </dsp:nvSpPr>
      <dsp:spPr>
        <a:xfrm rot="2700000">
          <a:off x="4834715" y="1602311"/>
          <a:ext cx="50640" cy="50640"/>
        </a:xfrm>
        <a:prstGeom prst="rect">
          <a:avLst/>
        </a:prstGeom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CF278E-C36B-4902-9CE5-59C99BB8A753}">
      <dsp:nvSpPr>
        <dsp:cNvPr id="0" name=""/>
        <dsp:cNvSpPr/>
      </dsp:nvSpPr>
      <dsp:spPr>
        <a:xfrm>
          <a:off x="5151638" y="1009131"/>
          <a:ext cx="4276831" cy="39063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600" kern="1200"/>
            <a:t>Dataset</a:t>
          </a:r>
        </a:p>
      </dsp:txBody>
      <dsp:txXfrm>
        <a:off x="5151638" y="1009131"/>
        <a:ext cx="4276831" cy="390631"/>
      </dsp:txXfrm>
    </dsp:sp>
    <dsp:sp modelId="{C336441D-0DC8-4634-B87C-89131C882990}">
      <dsp:nvSpPr>
        <dsp:cNvPr id="0" name=""/>
        <dsp:cNvSpPr/>
      </dsp:nvSpPr>
      <dsp:spPr>
        <a:xfrm>
          <a:off x="5151638" y="344996"/>
          <a:ext cx="4276831" cy="6641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Road Traffic Fine Management </a:t>
          </a:r>
          <a:r>
            <a:rPr lang="it-IT" sz="1400" kern="1200" err="1"/>
            <a:t>Process.xes</a:t>
          </a:r>
          <a:r>
            <a:rPr lang="it-IT" sz="1400" kern="1200"/>
            <a:t> </a:t>
          </a:r>
          <a:r>
            <a:rPr lang="it-IT" sz="1400" kern="1200">
              <a:latin typeface="Aptos"/>
            </a:rPr>
            <a:t>(</a:t>
          </a:r>
          <a:r>
            <a:rPr lang="it-IT" sz="1400" kern="1200" err="1">
              <a:latin typeface="Aptos"/>
            </a:rPr>
            <a:t>publicly</a:t>
          </a:r>
          <a:r>
            <a:rPr lang="it-IT" sz="1400" kern="1200">
              <a:latin typeface="Aptos"/>
            </a:rPr>
            <a:t> </a:t>
          </a:r>
          <a:r>
            <a:rPr lang="it-IT" sz="1400" kern="1200" err="1">
              <a:latin typeface="Aptos"/>
            </a:rPr>
            <a:t>available</a:t>
          </a:r>
          <a:r>
            <a:rPr lang="it-IT" sz="1400" kern="1200">
              <a:latin typeface="Aptos"/>
            </a:rPr>
            <a:t> log)</a:t>
          </a:r>
          <a:endParaRPr lang="it-IT" sz="1400" kern="1200"/>
        </a:p>
      </dsp:txBody>
      <dsp:txXfrm>
        <a:off x="5151638" y="344996"/>
        <a:ext cx="4276831" cy="664134"/>
      </dsp:txXfrm>
    </dsp:sp>
    <dsp:sp modelId="{7E7197A1-B535-45A8-B7BD-1ED98261770D}">
      <dsp:nvSpPr>
        <dsp:cNvPr id="0" name=""/>
        <dsp:cNvSpPr/>
      </dsp:nvSpPr>
      <dsp:spPr>
        <a:xfrm>
          <a:off x="7290054" y="1399763"/>
          <a:ext cx="0" cy="227868"/>
        </a:xfrm>
        <a:prstGeom prst="line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E4869F-D671-4518-A2EA-31E44378240D}">
      <dsp:nvSpPr>
        <dsp:cNvPr id="0" name=""/>
        <dsp:cNvSpPr/>
      </dsp:nvSpPr>
      <dsp:spPr>
        <a:xfrm rot="2700000">
          <a:off x="7264733" y="1602311"/>
          <a:ext cx="50640" cy="50640"/>
        </a:xfrm>
        <a:prstGeom prst="rect">
          <a:avLst/>
        </a:prstGeom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19C49A-9D84-4D79-BC6F-77B614F92BCA}">
      <dsp:nvSpPr>
        <dsp:cNvPr id="0" name=""/>
        <dsp:cNvSpPr/>
      </dsp:nvSpPr>
      <dsp:spPr>
        <a:xfrm>
          <a:off x="1930" y="0"/>
          <a:ext cx="2351461" cy="6663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>
              <a:solidFill>
                <a:srgbClr val="F8FAFF"/>
              </a:solidFill>
            </a:rPr>
            <a:t>Log </a:t>
          </a:r>
          <a:r>
            <a:rPr lang="it-IT" sz="2100" kern="1200" dirty="0">
              <a:latin typeface="Aptos"/>
            </a:rPr>
            <a:t>Filtering</a:t>
          </a:r>
          <a:endParaRPr lang="it-IT" sz="2100" kern="1200" dirty="0"/>
        </a:p>
      </dsp:txBody>
      <dsp:txXfrm>
        <a:off x="335117" y="0"/>
        <a:ext cx="1685087" cy="666374"/>
      </dsp:txXfrm>
    </dsp:sp>
    <dsp:sp modelId="{B88C1EBA-EAA4-419C-80C9-D6096EC6B04C}">
      <dsp:nvSpPr>
        <dsp:cNvPr id="0" name=""/>
        <dsp:cNvSpPr/>
      </dsp:nvSpPr>
      <dsp:spPr>
        <a:xfrm>
          <a:off x="2118245" y="0"/>
          <a:ext cx="2351461" cy="6663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 err="1">
              <a:solidFill>
                <a:srgbClr val="F8FAFF"/>
              </a:solidFill>
            </a:rPr>
            <a:t>Process</a:t>
          </a:r>
          <a:r>
            <a:rPr lang="it-IT" sz="2100" kern="1200" dirty="0">
              <a:solidFill>
                <a:srgbClr val="F8FAFF"/>
              </a:solidFill>
            </a:rPr>
            <a:t> </a:t>
          </a:r>
          <a:r>
            <a:rPr lang="it-IT" sz="2100" kern="1200" dirty="0">
              <a:latin typeface="Aptos"/>
            </a:rPr>
            <a:t>Discovery</a:t>
          </a:r>
          <a:endParaRPr lang="it-IT" sz="2100" kern="1200" dirty="0"/>
        </a:p>
      </dsp:txBody>
      <dsp:txXfrm>
        <a:off x="2451432" y="0"/>
        <a:ext cx="1685087" cy="666374"/>
      </dsp:txXfrm>
    </dsp:sp>
    <dsp:sp modelId="{C2FE84D1-4161-42D0-8011-245023129DF0}">
      <dsp:nvSpPr>
        <dsp:cNvPr id="0" name=""/>
        <dsp:cNvSpPr/>
      </dsp:nvSpPr>
      <dsp:spPr>
        <a:xfrm>
          <a:off x="4234561" y="0"/>
          <a:ext cx="2351461" cy="6663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 err="1">
              <a:solidFill>
                <a:srgbClr val="F8FAFF"/>
              </a:solidFill>
            </a:rPr>
            <a:t>Validation</a:t>
          </a:r>
          <a:endParaRPr lang="it-IT" sz="2100" kern="1200" dirty="0"/>
        </a:p>
      </dsp:txBody>
      <dsp:txXfrm>
        <a:off x="4567748" y="0"/>
        <a:ext cx="1685087" cy="6663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19C49A-9D84-4D79-BC6F-77B614F92BCA}">
      <dsp:nvSpPr>
        <dsp:cNvPr id="0" name=""/>
        <dsp:cNvSpPr/>
      </dsp:nvSpPr>
      <dsp:spPr>
        <a:xfrm>
          <a:off x="1930" y="0"/>
          <a:ext cx="2351461" cy="6544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>
              <a:solidFill>
                <a:srgbClr val="F8FAFF"/>
              </a:solidFill>
            </a:rPr>
            <a:t>Feature </a:t>
          </a:r>
          <a:r>
            <a:rPr lang="it-IT" sz="1900" kern="1200" dirty="0">
              <a:latin typeface="Aptos"/>
            </a:rPr>
            <a:t>Engineering</a:t>
          </a:r>
          <a:endParaRPr lang="it-IT" sz="1900" kern="1200" dirty="0"/>
        </a:p>
      </dsp:txBody>
      <dsp:txXfrm>
        <a:off x="329164" y="0"/>
        <a:ext cx="1696994" cy="654467"/>
      </dsp:txXfrm>
    </dsp:sp>
    <dsp:sp modelId="{B88C1EBA-EAA4-419C-80C9-D6096EC6B04C}">
      <dsp:nvSpPr>
        <dsp:cNvPr id="0" name=""/>
        <dsp:cNvSpPr/>
      </dsp:nvSpPr>
      <dsp:spPr>
        <a:xfrm>
          <a:off x="2118244" y="0"/>
          <a:ext cx="2351461" cy="6544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>
              <a:solidFill>
                <a:srgbClr val="F8FAFF"/>
              </a:solidFill>
            </a:rPr>
            <a:t>Class </a:t>
          </a:r>
          <a:r>
            <a:rPr lang="it-IT" sz="1900" kern="1200" dirty="0">
              <a:latin typeface="Aptos"/>
            </a:rPr>
            <a:t>Balancing</a:t>
          </a:r>
          <a:endParaRPr lang="it-IT" sz="1900" kern="1200" dirty="0"/>
        </a:p>
      </dsp:txBody>
      <dsp:txXfrm>
        <a:off x="2445478" y="0"/>
        <a:ext cx="1696994" cy="654467"/>
      </dsp:txXfrm>
    </dsp:sp>
    <dsp:sp modelId="{C2FE84D1-4161-42D0-8011-245023129DF0}">
      <dsp:nvSpPr>
        <dsp:cNvPr id="0" name=""/>
        <dsp:cNvSpPr/>
      </dsp:nvSpPr>
      <dsp:spPr>
        <a:xfrm>
          <a:off x="4234559" y="0"/>
          <a:ext cx="2351461" cy="6544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>
              <a:solidFill>
                <a:srgbClr val="F8FAFF"/>
              </a:solidFill>
            </a:rPr>
            <a:t>Random Forest </a:t>
          </a:r>
          <a:r>
            <a:rPr lang="it-IT" sz="1900" kern="1200" dirty="0">
              <a:latin typeface="Aptos"/>
            </a:rPr>
            <a:t>Modeling</a:t>
          </a:r>
          <a:endParaRPr lang="it-IT" sz="1900" kern="1200" dirty="0"/>
        </a:p>
      </dsp:txBody>
      <dsp:txXfrm>
        <a:off x="4561793" y="0"/>
        <a:ext cx="1696994" cy="6544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3B7F6-2CFC-4720-837C-A08EE2C3EAEF}">
      <dsp:nvSpPr>
        <dsp:cNvPr id="0" name=""/>
        <dsp:cNvSpPr/>
      </dsp:nvSpPr>
      <dsp:spPr>
        <a:xfrm>
          <a:off x="4636" y="681946"/>
          <a:ext cx="4054693" cy="16218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362" tIns="114681" rIns="57341" bIns="114681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b="0" i="0" kern="1200" dirty="0"/>
            <a:t>Alpha Miner </a:t>
          </a:r>
        </a:p>
      </dsp:txBody>
      <dsp:txXfrm>
        <a:off x="4636" y="681946"/>
        <a:ext cx="3649224" cy="1621877"/>
      </dsp:txXfrm>
    </dsp:sp>
    <dsp:sp modelId="{B17B85BB-933F-4F01-81FF-B27E88E5CE5B}">
      <dsp:nvSpPr>
        <dsp:cNvPr id="0" name=""/>
        <dsp:cNvSpPr/>
      </dsp:nvSpPr>
      <dsp:spPr>
        <a:xfrm>
          <a:off x="3248391" y="681946"/>
          <a:ext cx="4054693" cy="16218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22" tIns="114681" rIns="57341" bIns="114681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 err="1"/>
            <a:t>Inductive</a:t>
          </a:r>
          <a:r>
            <a:rPr lang="it-IT" sz="4300" kern="1200" dirty="0"/>
            <a:t> Miner </a:t>
          </a:r>
        </a:p>
      </dsp:txBody>
      <dsp:txXfrm>
        <a:off x="4059330" y="681946"/>
        <a:ext cx="2432816" cy="1621877"/>
      </dsp:txXfrm>
    </dsp:sp>
    <dsp:sp modelId="{39FE733A-A865-474D-8A05-98F975C72C61}">
      <dsp:nvSpPr>
        <dsp:cNvPr id="0" name=""/>
        <dsp:cNvSpPr/>
      </dsp:nvSpPr>
      <dsp:spPr>
        <a:xfrm>
          <a:off x="6492146" y="681946"/>
          <a:ext cx="4054693" cy="16218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22" tIns="114681" rIns="57341" bIns="114681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>
              <a:latin typeface="Aptos"/>
            </a:rPr>
            <a:t>Heuristic Miner</a:t>
          </a:r>
          <a:endParaRPr lang="it-IT" sz="4300" kern="1200" dirty="0"/>
        </a:p>
      </dsp:txBody>
      <dsp:txXfrm>
        <a:off x="7303085" y="681946"/>
        <a:ext cx="2432816" cy="16218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7CDB7-84F8-48F1-B1FE-A02A39981BEA}">
      <dsp:nvSpPr>
        <dsp:cNvPr id="0" name=""/>
        <dsp:cNvSpPr/>
      </dsp:nvSpPr>
      <dsp:spPr>
        <a:xfrm>
          <a:off x="735" y="0"/>
          <a:ext cx="3165667" cy="3255264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Class </a:t>
          </a:r>
          <a:r>
            <a:rPr lang="it-IT" sz="2100" kern="1200" dirty="0" err="1"/>
            <a:t>Weighting</a:t>
          </a:r>
          <a:endParaRPr lang="it-IT" sz="2100" kern="1200" dirty="0"/>
        </a:p>
      </dsp:txBody>
      <dsp:txXfrm rot="16200000">
        <a:off x="-1017355" y="1018091"/>
        <a:ext cx="2669316" cy="633133"/>
      </dsp:txXfrm>
    </dsp:sp>
    <dsp:sp modelId="{F9F3768B-53DE-4C4A-88BC-99A3070AEFD2}">
      <dsp:nvSpPr>
        <dsp:cNvPr id="0" name=""/>
        <dsp:cNvSpPr/>
      </dsp:nvSpPr>
      <dsp:spPr>
        <a:xfrm>
          <a:off x="633869" y="0"/>
          <a:ext cx="2358422" cy="32552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class_weight</a:t>
          </a:r>
          <a:r>
            <a:rPr lang="it-IT" sz="1700" kern="1200" dirty="0"/>
            <a:t>='</a:t>
          </a:r>
          <a:r>
            <a:rPr lang="it-IT" sz="1700" kern="1200" dirty="0" err="1"/>
            <a:t>balanced</a:t>
          </a:r>
          <a:r>
            <a:rPr lang="it-IT" sz="1700" kern="1200" dirty="0"/>
            <a:t>'</a:t>
          </a:r>
        </a:p>
      </dsp:txBody>
      <dsp:txXfrm>
        <a:off x="633869" y="0"/>
        <a:ext cx="2358422" cy="3255264"/>
      </dsp:txXfrm>
    </dsp:sp>
    <dsp:sp modelId="{97FE906D-0063-480A-8320-B17BE903CEAA}">
      <dsp:nvSpPr>
        <dsp:cNvPr id="0" name=""/>
        <dsp:cNvSpPr/>
      </dsp:nvSpPr>
      <dsp:spPr>
        <a:xfrm>
          <a:off x="3277202" y="0"/>
          <a:ext cx="3165667" cy="3255264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SMOTE </a:t>
          </a:r>
          <a:r>
            <a:rPr lang="it-IT" sz="2100" kern="1200" dirty="0" err="1"/>
            <a:t>Oversampling</a:t>
          </a:r>
        </a:p>
      </dsp:txBody>
      <dsp:txXfrm rot="16200000">
        <a:off x="2259110" y="1018091"/>
        <a:ext cx="2669316" cy="633133"/>
      </dsp:txXfrm>
    </dsp:sp>
    <dsp:sp modelId="{D09087AA-BA6E-4BB1-971D-327364DFB70D}">
      <dsp:nvSpPr>
        <dsp:cNvPr id="0" name=""/>
        <dsp:cNvSpPr/>
      </dsp:nvSpPr>
      <dsp:spPr>
        <a:xfrm rot="5400000">
          <a:off x="3053825" y="2553298"/>
          <a:ext cx="478409" cy="4748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647FB4-47CF-4A8C-B01F-DB7E885DCD60}">
      <dsp:nvSpPr>
        <dsp:cNvPr id="0" name=""/>
        <dsp:cNvSpPr/>
      </dsp:nvSpPr>
      <dsp:spPr>
        <a:xfrm>
          <a:off x="3910335" y="0"/>
          <a:ext cx="2358422" cy="32552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Upsampling</a:t>
          </a:r>
          <a:r>
            <a:rPr lang="it-IT" sz="1700" kern="1200" dirty="0"/>
            <a:t> </a:t>
          </a:r>
          <a:r>
            <a:rPr lang="it-IT" sz="1700" kern="1200" dirty="0" err="1"/>
            <a:t>minority</a:t>
          </a:r>
          <a:r>
            <a:rPr lang="it-IT" sz="1700" kern="1200" dirty="0"/>
            <a:t> classes</a:t>
          </a:r>
        </a:p>
      </dsp:txBody>
      <dsp:txXfrm>
        <a:off x="3910335" y="0"/>
        <a:ext cx="2358422" cy="3255264"/>
      </dsp:txXfrm>
    </dsp:sp>
    <dsp:sp modelId="{9EF791D7-2752-44EC-9487-C663226D1246}">
      <dsp:nvSpPr>
        <dsp:cNvPr id="0" name=""/>
        <dsp:cNvSpPr/>
      </dsp:nvSpPr>
      <dsp:spPr>
        <a:xfrm>
          <a:off x="6553668" y="0"/>
          <a:ext cx="3165667" cy="3255264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 err="1"/>
            <a:t>Hybrid</a:t>
          </a:r>
          <a:r>
            <a:rPr lang="it-IT" sz="2100" kern="1200" dirty="0"/>
            <a:t> </a:t>
          </a:r>
        </a:p>
      </dsp:txBody>
      <dsp:txXfrm rot="16200000">
        <a:off x="5535576" y="1018091"/>
        <a:ext cx="2669316" cy="633133"/>
      </dsp:txXfrm>
    </dsp:sp>
    <dsp:sp modelId="{3ECC4CFB-F5C2-421E-9481-4ABDFF27619E}">
      <dsp:nvSpPr>
        <dsp:cNvPr id="0" name=""/>
        <dsp:cNvSpPr/>
      </dsp:nvSpPr>
      <dsp:spPr>
        <a:xfrm rot="5400000">
          <a:off x="6330291" y="2553298"/>
          <a:ext cx="478409" cy="4748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EED0F-E96F-4A80-8ADC-47544DEDAE27}">
      <dsp:nvSpPr>
        <dsp:cNvPr id="0" name=""/>
        <dsp:cNvSpPr/>
      </dsp:nvSpPr>
      <dsp:spPr>
        <a:xfrm>
          <a:off x="7186801" y="0"/>
          <a:ext cx="2358422" cy="32552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8293" rIns="0" bIns="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(SMOTE + Class Weights) </a:t>
          </a:r>
        </a:p>
      </dsp:txBody>
      <dsp:txXfrm>
        <a:off x="7186801" y="0"/>
        <a:ext cx="2358422" cy="32552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15171-DE6A-45B6-A50E-48E17A6CA253}">
      <dsp:nvSpPr>
        <dsp:cNvPr id="0" name=""/>
        <dsp:cNvSpPr/>
      </dsp:nvSpPr>
      <dsp:spPr>
        <a:xfrm>
          <a:off x="0" y="0"/>
          <a:ext cx="90627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94DB0-3AC0-4F76-B7E6-1DE23DD866F4}">
      <dsp:nvSpPr>
        <dsp:cNvPr id="0" name=""/>
        <dsp:cNvSpPr/>
      </dsp:nvSpPr>
      <dsp:spPr>
        <a:xfrm>
          <a:off x="0" y="0"/>
          <a:ext cx="1812550" cy="577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it-IT" sz="6500" kern="1200" dirty="0"/>
        </a:p>
      </dsp:txBody>
      <dsp:txXfrm>
        <a:off x="0" y="0"/>
        <a:ext cx="1812550" cy="5773860"/>
      </dsp:txXfrm>
    </dsp:sp>
    <dsp:sp modelId="{C96D022E-4C8E-4B6A-96DB-0EC0D87E51D2}">
      <dsp:nvSpPr>
        <dsp:cNvPr id="0" name=""/>
        <dsp:cNvSpPr/>
      </dsp:nvSpPr>
      <dsp:spPr>
        <a:xfrm>
          <a:off x="1948491" y="54411"/>
          <a:ext cx="7114258" cy="108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The process mining pipeline involving event log analysis, process discovery—Alpha Miner, Inductive Miner, and Heuristic Miner—, feature engineering, and predictive modeling. The Inductive Miner offered a balanced trade-off between model quality and discovery time.</a:t>
          </a:r>
        </a:p>
      </dsp:txBody>
      <dsp:txXfrm>
        <a:off x="1948491" y="54411"/>
        <a:ext cx="7114258" cy="1088237"/>
      </dsp:txXfrm>
    </dsp:sp>
    <dsp:sp modelId="{F2649027-C65B-43D3-93C5-E0971D2AC4ED}">
      <dsp:nvSpPr>
        <dsp:cNvPr id="0" name=""/>
        <dsp:cNvSpPr/>
      </dsp:nvSpPr>
      <dsp:spPr>
        <a:xfrm>
          <a:off x="1812550" y="1142649"/>
          <a:ext cx="7250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412EE-27DD-4550-9D4F-04EFBD84CC53}">
      <dsp:nvSpPr>
        <dsp:cNvPr id="0" name=""/>
        <dsp:cNvSpPr/>
      </dsp:nvSpPr>
      <dsp:spPr>
        <a:xfrm>
          <a:off x="1948491" y="1197061"/>
          <a:ext cx="7114258" cy="108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The log </a:t>
          </a:r>
          <a:r>
            <a:rPr lang="it-IT" sz="1700" kern="1200" dirty="0" err="1"/>
            <a:t>was</a:t>
          </a:r>
          <a:r>
            <a:rPr lang="it-IT" sz="1700" kern="1200" dirty="0"/>
            <a:t> </a:t>
          </a:r>
          <a:r>
            <a:rPr lang="it-IT" sz="1700" kern="1200" dirty="0" err="1"/>
            <a:t>filtered</a:t>
          </a:r>
          <a:r>
            <a:rPr lang="it-IT" sz="1700" kern="1200" dirty="0"/>
            <a:t> for </a:t>
          </a:r>
          <a:r>
            <a:rPr lang="it-IT" sz="1700" kern="1200" dirty="0" err="1"/>
            <a:t>proper</a:t>
          </a:r>
          <a:r>
            <a:rPr lang="it-IT" sz="1700" kern="1200" dirty="0"/>
            <a:t> </a:t>
          </a:r>
          <a:r>
            <a:rPr lang="it-IT" sz="1700" kern="1200" dirty="0" err="1"/>
            <a:t>process</a:t>
          </a:r>
          <a:r>
            <a:rPr lang="it-IT" sz="1700" kern="1200" dirty="0"/>
            <a:t> </a:t>
          </a:r>
          <a:r>
            <a:rPr lang="it-IT" sz="1700" kern="1200" dirty="0" err="1"/>
            <a:t>discovery</a:t>
          </a:r>
          <a:r>
            <a:rPr lang="it-IT" sz="1700" kern="1200" dirty="0"/>
            <a:t>. </a:t>
          </a:r>
        </a:p>
      </dsp:txBody>
      <dsp:txXfrm>
        <a:off x="1948491" y="1197061"/>
        <a:ext cx="7114258" cy="1088237"/>
      </dsp:txXfrm>
    </dsp:sp>
    <dsp:sp modelId="{26FDEE9C-D39D-4AEA-A97D-30421A42FEF3}">
      <dsp:nvSpPr>
        <dsp:cNvPr id="0" name=""/>
        <dsp:cNvSpPr/>
      </dsp:nvSpPr>
      <dsp:spPr>
        <a:xfrm>
          <a:off x="1812550" y="2285298"/>
          <a:ext cx="7250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065C0-8931-46F4-931D-6B88C68DD2F6}">
      <dsp:nvSpPr>
        <dsp:cNvPr id="0" name=""/>
        <dsp:cNvSpPr/>
      </dsp:nvSpPr>
      <dsp:spPr>
        <a:xfrm>
          <a:off x="1948491" y="2339710"/>
          <a:ext cx="7114258" cy="108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A set of meaningful features was engineered. </a:t>
          </a:r>
        </a:p>
      </dsp:txBody>
      <dsp:txXfrm>
        <a:off x="1948491" y="2339710"/>
        <a:ext cx="7114258" cy="1088237"/>
      </dsp:txXfrm>
    </dsp:sp>
    <dsp:sp modelId="{49E2E2D0-8546-41DB-91D0-E917F03773C8}">
      <dsp:nvSpPr>
        <dsp:cNvPr id="0" name=""/>
        <dsp:cNvSpPr/>
      </dsp:nvSpPr>
      <dsp:spPr>
        <a:xfrm>
          <a:off x="1812550" y="3427948"/>
          <a:ext cx="7250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D3ED9-D717-4EE6-AF46-DCD4BFD64FC3}">
      <dsp:nvSpPr>
        <dsp:cNvPr id="0" name=""/>
        <dsp:cNvSpPr/>
      </dsp:nvSpPr>
      <dsp:spPr>
        <a:xfrm>
          <a:off x="1948491" y="3482359"/>
          <a:ext cx="7114258" cy="108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Using a Random Forest Classifier, the model achieved high predictive performance with reasonable scores on the test set. </a:t>
          </a:r>
          <a:endParaRPr lang="it-IT" sz="1700" kern="1200" dirty="0">
            <a:latin typeface="Aptos"/>
          </a:endParaRPr>
        </a:p>
      </dsp:txBody>
      <dsp:txXfrm>
        <a:off x="1948491" y="3482359"/>
        <a:ext cx="7114258" cy="1088237"/>
      </dsp:txXfrm>
    </dsp:sp>
    <dsp:sp modelId="{1234C80B-8160-4FA5-98AA-AFBE2328C479}">
      <dsp:nvSpPr>
        <dsp:cNvPr id="0" name=""/>
        <dsp:cNvSpPr/>
      </dsp:nvSpPr>
      <dsp:spPr>
        <a:xfrm>
          <a:off x="1812550" y="4570597"/>
          <a:ext cx="7250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A43E2A-C74E-4724-BA27-1DFA8656DECE}">
      <dsp:nvSpPr>
        <dsp:cNvPr id="0" name=""/>
        <dsp:cNvSpPr/>
      </dsp:nvSpPr>
      <dsp:spPr>
        <a:xfrm>
          <a:off x="1948491" y="4625009"/>
          <a:ext cx="7114258" cy="108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700" kern="1200" dirty="0">
            <a:latin typeface="Aptos"/>
          </a:endParaRPr>
        </a:p>
      </dsp:txBody>
      <dsp:txXfrm>
        <a:off x="1948491" y="4625009"/>
        <a:ext cx="7114258" cy="1088237"/>
      </dsp:txXfrm>
    </dsp:sp>
    <dsp:sp modelId="{5A33C4A8-788C-4282-A4F7-9D3D968A831A}">
      <dsp:nvSpPr>
        <dsp:cNvPr id="0" name=""/>
        <dsp:cNvSpPr/>
      </dsp:nvSpPr>
      <dsp:spPr>
        <a:xfrm>
          <a:off x="1812550" y="5713246"/>
          <a:ext cx="7250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7AB3EA8-A58D-4C92-A3AB-D271CCC294C7}" type="datetimeFigureOut">
              <a:rPr lang="en-US" smtClean="0"/>
              <a:t>5/15/2025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22A5DE8-F2C4-4DB3-88D1-656DCD59E73E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EFB4FA-E877-413E-B608-88789D806C57}" type="datetimeFigureOut">
              <a:rPr lang="en-US" noProof="0" smtClean="0"/>
              <a:t>5/15/2025</a:t>
            </a:fld>
            <a:endParaRPr lang="en-US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 noProof="0"/>
              <a:t>Fare clic per modificare gli stili del testo dello schema</a:t>
            </a:r>
          </a:p>
          <a:p>
            <a:pPr lvl="1" rtl="0"/>
            <a:r>
              <a:rPr lang="it" noProof="0"/>
              <a:t>Secondo livello</a:t>
            </a:r>
          </a:p>
          <a:p>
            <a:pPr lvl="2" rtl="0"/>
            <a:r>
              <a:rPr lang="it" noProof="0"/>
              <a:t>Terzo livello</a:t>
            </a:r>
          </a:p>
          <a:p>
            <a:pPr lvl="3" rtl="0"/>
            <a:r>
              <a:rPr lang="it" noProof="0"/>
              <a:t>Quarto livello</a:t>
            </a:r>
          </a:p>
          <a:p>
            <a:pPr lvl="4" rtl="0"/>
            <a:r>
              <a:rPr lang="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en-US" noProof="0" smtClean="0"/>
              <a:t>‹N›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rtlCol="0"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 rtlCol="0"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rtlCol="0"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7" name="Rettangolo arrotondato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1" name="Immagin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Immagin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rtlCol="0"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arrotondato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rtlCol="0" anchor="ctr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rtlCol="0"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12" name="Rettangolo arrotondato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ettangolo arrotondato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rtlCol="0" anchor="ctr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ue contenuti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arrotondato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Immagin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arrotondato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Rettangolo arrotondato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rtlCol="0"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ue contenuti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arrotondato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2" name="Immagin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Immagin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rtlCol="0" anchor="t" anchorCtr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"/>
              <a:t>6/8/20XX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rtlCol="0"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 rtlCol="0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" noProof="0"/>
              <a:t>Fare clic per modificare lo stile del titolo</a:t>
            </a:r>
          </a:p>
          <a:p>
            <a:pPr lvl="1" rtl="0"/>
            <a:r>
              <a:rPr lang="it" noProof="0"/>
              <a:t>Secondo livello</a:t>
            </a:r>
          </a:p>
          <a:p>
            <a:pPr lvl="2" rtl="0"/>
            <a:r>
              <a:rPr lang="it" noProof="0"/>
              <a:t>Terzo livello</a:t>
            </a:r>
          </a:p>
          <a:p>
            <a:pPr lvl="3" rtl="0"/>
            <a:r>
              <a:rPr lang="it" noProof="0"/>
              <a:t>Quarto livello</a:t>
            </a:r>
          </a:p>
          <a:p>
            <a:pPr lvl="4" rtl="0"/>
            <a:r>
              <a:rPr lang="it" noProof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" noProof="0"/>
              <a:t>6/8/20XX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en-US" noProof="0" smtClean="0"/>
              <a:t>‹N›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80"/>
            <a:ext cx="10954512" cy="3246120"/>
          </a:xfrm>
        </p:spPr>
        <p:txBody>
          <a:bodyPr rtlCol="0" anchor="b"/>
          <a:lstStyle/>
          <a:p>
            <a:r>
              <a:rPr lang="en-US" sz="3200" b="0" dirty="0">
                <a:solidFill>
                  <a:srgbClr val="17365D"/>
                </a:solidFill>
                <a:latin typeface="Aptos"/>
                <a:ea typeface="Calibri"/>
                <a:cs typeface="Calibri"/>
              </a:rPr>
              <a:t>Road</a:t>
            </a:r>
            <a:r>
              <a:rPr lang="en-US" sz="3200" b="0" dirty="0">
                <a:solidFill>
                  <a:srgbClr val="17365D"/>
                </a:solidFill>
                <a:ea typeface="+mj-lt"/>
                <a:cs typeface="+mj-lt"/>
              </a:rPr>
              <a:t> Traffic Fine Management Process: </a:t>
            </a:r>
            <a:br>
              <a:rPr lang="en-US" sz="3200" b="0" dirty="0">
                <a:solidFill>
                  <a:srgbClr val="17365D"/>
                </a:solidFill>
                <a:ea typeface="+mj-lt"/>
                <a:cs typeface="+mj-lt"/>
              </a:rPr>
            </a:br>
            <a:r>
              <a:rPr lang="en-US" sz="3200" b="0">
                <a:solidFill>
                  <a:srgbClr val="17365D"/>
                </a:solidFill>
                <a:ea typeface="+mj-lt"/>
                <a:cs typeface="+mj-lt"/>
              </a:rPr>
              <a:t>Event Log Analysis &amp; </a:t>
            </a:r>
            <a:r>
              <a:rPr lang="en-US" sz="3200" b="0" dirty="0">
                <a:solidFill>
                  <a:srgbClr val="17365D"/>
                </a:solidFill>
                <a:latin typeface="Aptos"/>
                <a:ea typeface="Calibri"/>
                <a:cs typeface="Calibri"/>
              </a:rPr>
              <a:t>Prediction</a:t>
            </a:r>
            <a:endParaRPr lang="it-IT">
              <a:solidFill>
                <a:srgbClr val="03126A"/>
              </a:solidFill>
              <a:latin typeface="Aptos"/>
              <a:ea typeface="Calibri"/>
              <a:cs typeface="Calibri"/>
            </a:endParaRPr>
          </a:p>
          <a:p>
            <a:br>
              <a:rPr lang="en-US" sz="3200" b="0" dirty="0">
                <a:latin typeface="Calibri"/>
                <a:ea typeface="Calibri"/>
                <a:cs typeface="Calibri"/>
              </a:rPr>
            </a:br>
            <a:r>
              <a:rPr lang="en-US" sz="3200" b="0" dirty="0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BUSINESS INFORMATION SYSTEMS</a:t>
            </a:r>
            <a:br>
              <a:rPr lang="en-US" sz="3200" b="0" dirty="0">
                <a:solidFill>
                  <a:srgbClr val="17365D"/>
                </a:solidFill>
                <a:latin typeface="Calibri"/>
                <a:ea typeface="Calibri"/>
                <a:cs typeface="Calibri"/>
              </a:rPr>
            </a:br>
            <a:r>
              <a:rPr lang="en-US" sz="1800" b="0" dirty="0">
                <a:solidFill>
                  <a:srgbClr val="000000"/>
                </a:solidFill>
                <a:latin typeface="Aptos"/>
                <a:ea typeface="Cambria"/>
                <a:cs typeface="Calibri"/>
              </a:rPr>
              <a:t>Paolo</a:t>
            </a:r>
            <a:r>
              <a:rPr lang="en-US" sz="1800" b="0" dirty="0">
                <a:solidFill>
                  <a:srgbClr val="000000"/>
                </a:solidFill>
                <a:ea typeface="+mj-lt"/>
                <a:cs typeface="+mj-lt"/>
              </a:rPr>
              <a:t> Ceravolo</a:t>
            </a:r>
            <a:endParaRPr lang="it-IT" sz="18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39394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" sz="2400" dirty="0"/>
              <a:t>BEHNAM NAJAFLOO</a:t>
            </a:r>
          </a:p>
          <a:p>
            <a:r>
              <a:rPr lang="en-US" sz="1400" dirty="0">
                <a:solidFill>
                  <a:srgbClr val="000000"/>
                </a:solidFill>
                <a:latin typeface="Cambria"/>
                <a:ea typeface="Cambria"/>
              </a:rPr>
              <a:t>Master student in Computer Science, University of Milan</a:t>
            </a:r>
          </a:p>
          <a:p>
            <a:r>
              <a:rPr lang="en-US" sz="1400" dirty="0">
                <a:solidFill>
                  <a:srgbClr val="000000"/>
                </a:solidFill>
                <a:latin typeface="Cambria"/>
                <a:ea typeface="Cambria"/>
              </a:rPr>
              <a:t>2025</a:t>
            </a:r>
          </a:p>
          <a:p>
            <a:endParaRPr lang="it" dirty="0"/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egnaposto contenuto 54">
            <a:extLst>
              <a:ext uri="{FF2B5EF4-FFF2-40B4-BE49-F238E27FC236}">
                <a16:creationId xmlns:a16="http://schemas.microsoft.com/office/drawing/2014/main" id="{68114EB4-26E1-4789-D2DE-4E967D39B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6912" y="799012"/>
            <a:ext cx="8225536" cy="482802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Wingdings" panose="020B0604020202020204" pitchFamily="34" charset="0"/>
              <a:buChar char="ü"/>
            </a:pPr>
            <a:r>
              <a:rPr lang="it-IT" sz="2400" dirty="0" err="1">
                <a:ea typeface="+mn-lt"/>
                <a:cs typeface="+mn-lt"/>
              </a:rPr>
              <a:t>Problem</a:t>
            </a:r>
            <a:r>
              <a:rPr lang="it-IT" sz="2400" dirty="0">
                <a:ea typeface="+mn-lt"/>
                <a:cs typeface="+mn-lt"/>
              </a:rPr>
              <a:t> Statement &amp; </a:t>
            </a:r>
            <a:r>
              <a:rPr lang="it-IT" sz="2400" dirty="0" err="1">
                <a:ea typeface="+mn-lt"/>
                <a:cs typeface="+mn-lt"/>
              </a:rPr>
              <a:t>Objectives</a:t>
            </a:r>
            <a:endParaRPr lang="it-IT" dirty="0" err="1"/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-IT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-IT" sz="2400" err="1">
                <a:ea typeface="+mn-lt"/>
                <a:cs typeface="+mn-lt"/>
              </a:rPr>
              <a:t>Methodology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Overview</a:t>
            </a:r>
            <a:endParaRPr lang="it-IT" err="1"/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-IT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-IT" sz="2400" dirty="0">
                <a:ea typeface="+mn-lt"/>
                <a:cs typeface="+mn-lt"/>
              </a:rPr>
              <a:t>Event Log Insights</a:t>
            </a:r>
            <a:endParaRPr lang="it-IT" dirty="0"/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-IT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-IT" sz="2400" dirty="0" err="1">
                <a:ea typeface="+mn-lt"/>
                <a:cs typeface="+mn-lt"/>
              </a:rPr>
              <a:t>Process</a:t>
            </a:r>
            <a:r>
              <a:rPr lang="it-IT" sz="2400" dirty="0">
                <a:ea typeface="+mn-lt"/>
                <a:cs typeface="+mn-lt"/>
              </a:rPr>
              <a:t> Discovery: Alpha vs. </a:t>
            </a:r>
            <a:r>
              <a:rPr lang="it-IT" sz="2400" dirty="0" err="1">
                <a:ea typeface="+mn-lt"/>
                <a:cs typeface="+mn-lt"/>
              </a:rPr>
              <a:t>Inductive</a:t>
            </a:r>
            <a:r>
              <a:rPr lang="it-IT" sz="2400" dirty="0">
                <a:ea typeface="+mn-lt"/>
                <a:cs typeface="+mn-lt"/>
              </a:rPr>
              <a:t> vs. </a:t>
            </a:r>
            <a:r>
              <a:rPr lang="it-IT" sz="2400" dirty="0" err="1">
                <a:ea typeface="+mn-lt"/>
                <a:cs typeface="+mn-lt"/>
              </a:rPr>
              <a:t>Heuristic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Miner</a:t>
            </a:r>
            <a:endParaRPr lang="it-IT" err="1"/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-IT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-IT" sz="2400" dirty="0" err="1">
                <a:ea typeface="+mn-lt"/>
                <a:cs typeface="+mn-lt"/>
              </a:rPr>
              <a:t>Predictive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Modeling</a:t>
            </a:r>
            <a:r>
              <a:rPr lang="it-IT" sz="2400" dirty="0">
                <a:ea typeface="+mn-lt"/>
                <a:cs typeface="+mn-lt"/>
              </a:rPr>
              <a:t>: Balancing Class </a:t>
            </a:r>
            <a:r>
              <a:rPr lang="it-IT" sz="2400" dirty="0" err="1">
                <a:ea typeface="+mn-lt"/>
                <a:cs typeface="+mn-lt"/>
              </a:rPr>
              <a:t>Imbalance</a:t>
            </a:r>
            <a:endParaRPr lang="it-IT" err="1"/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-IT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-IT" sz="2400" dirty="0">
                <a:ea typeface="+mn-lt"/>
                <a:cs typeface="+mn-lt"/>
              </a:rPr>
              <a:t>Key </a:t>
            </a:r>
            <a:r>
              <a:rPr lang="it-IT" sz="2400" dirty="0" err="1">
                <a:ea typeface="+mn-lt"/>
                <a:cs typeface="+mn-lt"/>
              </a:rPr>
              <a:t>Findings</a:t>
            </a:r>
            <a:r>
              <a:rPr lang="it-IT" sz="2400" dirty="0">
                <a:ea typeface="+mn-lt"/>
                <a:cs typeface="+mn-lt"/>
              </a:rPr>
              <a:t> &amp; </a:t>
            </a:r>
            <a:r>
              <a:rPr lang="it-IT" sz="2400" dirty="0" err="1">
                <a:ea typeface="+mn-lt"/>
                <a:cs typeface="+mn-lt"/>
              </a:rPr>
              <a:t>Recommendations</a:t>
            </a:r>
            <a:endParaRPr lang="it-IT" dirty="0" err="1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Titolo 1">
            <a:extLst>
              <a:ext uri="{FF2B5EF4-FFF2-40B4-BE49-F238E27FC236}">
                <a16:creationId xmlns:a16="http://schemas.microsoft.com/office/drawing/2014/main" id="{797AFC3D-3173-71FE-836B-E55CC5178FB7}"/>
              </a:ext>
            </a:extLst>
          </p:cNvPr>
          <p:cNvSpPr txBox="1">
            <a:spLocks/>
          </p:cNvSpPr>
          <p:nvPr/>
        </p:nvSpPr>
        <p:spPr>
          <a:xfrm>
            <a:off x="1078992" y="365760"/>
            <a:ext cx="10277856" cy="16550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it" sz="4400" b="1" i="0" kern="1200">
                <a:latin typeface="+mj-lt"/>
                <a:ea typeface="+mj-ea"/>
                <a:cs typeface="+mj-cs"/>
              </a:rPr>
              <a:t>Background</a:t>
            </a:r>
          </a:p>
        </p:txBody>
      </p:sp>
      <p:sp>
        <p:nvSpPr>
          <p:cNvPr id="579" name="Slide Number Placeholder 3">
            <a:extLst>
              <a:ext uri="{FF2B5EF4-FFF2-40B4-BE49-F238E27FC236}">
                <a16:creationId xmlns:a16="http://schemas.microsoft.com/office/drawing/2014/main" id="{4279599A-D718-48B8-BBA2-ED3C1ABC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83" name="Diagramma 182">
            <a:extLst>
              <a:ext uri="{FF2B5EF4-FFF2-40B4-BE49-F238E27FC236}">
                <a16:creationId xmlns:a16="http://schemas.microsoft.com/office/drawing/2014/main" id="{B0EF0CE4-160A-2C1B-8C57-97144F4766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8182575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" name="Segnaposto contenuto 460">
            <a:extLst>
              <a:ext uri="{FF2B5EF4-FFF2-40B4-BE49-F238E27FC236}">
                <a16:creationId xmlns:a16="http://schemas.microsoft.com/office/drawing/2014/main" id="{96D44468-6EA6-FB93-9901-9BE91C784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447288"/>
              </p:ext>
            </p:extLst>
          </p:nvPr>
        </p:nvGraphicFramePr>
        <p:xfrm>
          <a:off x="9433878" y="1717040"/>
          <a:ext cx="2006553" cy="194476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06553">
                  <a:extLst>
                    <a:ext uri="{9D8B030D-6E8A-4147-A177-3AD203B41FA5}">
                      <a16:colId xmlns:a16="http://schemas.microsoft.com/office/drawing/2014/main" val="3156305649"/>
                    </a:ext>
                  </a:extLst>
                </a:gridCol>
              </a:tblGrid>
              <a:tr h="486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latin typeface="Aptos"/>
                        </a:rPr>
                        <a:t>PM4Py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665026"/>
                  </a:ext>
                </a:extLst>
              </a:tr>
              <a:tr h="486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 err="1">
                          <a:latin typeface="Aptos"/>
                        </a:rPr>
                        <a:t>Sklearn</a:t>
                      </a:r>
                      <a:endParaRPr lang="it-IT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5470"/>
                  </a:ext>
                </a:extLst>
              </a:tr>
              <a:tr h="486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 err="1">
                          <a:latin typeface="Aptos"/>
                        </a:rPr>
                        <a:t>Matplotlib</a:t>
                      </a:r>
                      <a:endParaRPr lang="it-IT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559983"/>
                  </a:ext>
                </a:extLst>
              </a:tr>
              <a:tr h="486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 err="1">
                          <a:latin typeface="Aptos"/>
                        </a:rPr>
                        <a:t>Seaborn</a:t>
                      </a:r>
                      <a:endParaRPr lang="it-IT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386529"/>
                  </a:ext>
                </a:extLst>
              </a:tr>
            </a:tbl>
          </a:graphicData>
        </a:graphic>
      </p:graphicFrame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4</a:t>
            </a:fld>
            <a:endParaRPr lang="en-US" dirty="0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7F11AA5-C429-ADB8-5490-5F75C8D12CA8}"/>
              </a:ext>
            </a:extLst>
          </p:cNvPr>
          <p:cNvSpPr txBox="1">
            <a:spLocks/>
          </p:cNvSpPr>
          <p:nvPr/>
        </p:nvSpPr>
        <p:spPr>
          <a:xfrm>
            <a:off x="2032" y="359133"/>
            <a:ext cx="6461671" cy="6964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4400" b="0" dirty="0" err="1">
                <a:ea typeface="+mj-lt"/>
                <a:cs typeface="+mj-lt"/>
              </a:rPr>
              <a:t>Methodologies</a:t>
            </a:r>
            <a:r>
              <a:rPr lang="it" sz="4400" b="0" dirty="0">
                <a:ea typeface="+mj-lt"/>
                <a:cs typeface="+mj-lt"/>
              </a:rPr>
              <a:t> </a:t>
            </a:r>
            <a:r>
              <a:rPr lang="it" sz="4400" b="0" dirty="0" err="1">
                <a:ea typeface="+mj-lt"/>
                <a:cs typeface="+mj-lt"/>
              </a:rPr>
              <a:t>Overview</a:t>
            </a:r>
            <a:endParaRPr lang="it" sz="4400" b="0" dirty="0" err="1"/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E29A6900-9FB8-2EBD-70E2-69FE6F5E6E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12247"/>
              </p:ext>
            </p:extLst>
          </p:nvPr>
        </p:nvGraphicFramePr>
        <p:xfrm>
          <a:off x="1096583" y="2848112"/>
          <a:ext cx="6587953" cy="666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olo 1">
            <a:extLst>
              <a:ext uri="{FF2B5EF4-FFF2-40B4-BE49-F238E27FC236}">
                <a16:creationId xmlns:a16="http://schemas.microsoft.com/office/drawing/2014/main" id="{D3024173-835C-D001-F07E-65D5CD6CA8B7}"/>
              </a:ext>
            </a:extLst>
          </p:cNvPr>
          <p:cNvSpPr txBox="1">
            <a:spLocks/>
          </p:cNvSpPr>
          <p:nvPr/>
        </p:nvSpPr>
        <p:spPr>
          <a:xfrm>
            <a:off x="215137" y="2148175"/>
            <a:ext cx="5003932" cy="6964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800" b="0" err="1">
                <a:ea typeface="+mj-lt"/>
                <a:cs typeface="+mj-lt"/>
              </a:rPr>
              <a:t>Process</a:t>
            </a:r>
            <a:r>
              <a:rPr lang="it" sz="2800" b="0" dirty="0">
                <a:ea typeface="+mj-lt"/>
                <a:cs typeface="+mj-lt"/>
              </a:rPr>
              <a:t> Mining Pipeline</a:t>
            </a:r>
            <a:endParaRPr lang="it" sz="2800" b="0"/>
          </a:p>
        </p:txBody>
      </p:sp>
      <p:graphicFrame>
        <p:nvGraphicFramePr>
          <p:cNvPr id="62" name="Diagramma 61">
            <a:extLst>
              <a:ext uri="{FF2B5EF4-FFF2-40B4-BE49-F238E27FC236}">
                <a16:creationId xmlns:a16="http://schemas.microsoft.com/office/drawing/2014/main" id="{BBEA44D5-64FB-EE64-309D-F85F640AE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585536"/>
              </p:ext>
            </p:extLst>
          </p:nvPr>
        </p:nvGraphicFramePr>
        <p:xfrm>
          <a:off x="1096584" y="4934467"/>
          <a:ext cx="6587951" cy="654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7" name="Titolo 1">
            <a:extLst>
              <a:ext uri="{FF2B5EF4-FFF2-40B4-BE49-F238E27FC236}">
                <a16:creationId xmlns:a16="http://schemas.microsoft.com/office/drawing/2014/main" id="{3DF521DF-A0E6-650F-B24F-E6E7BABD8746}"/>
              </a:ext>
            </a:extLst>
          </p:cNvPr>
          <p:cNvSpPr txBox="1">
            <a:spLocks/>
          </p:cNvSpPr>
          <p:nvPr/>
        </p:nvSpPr>
        <p:spPr>
          <a:xfrm>
            <a:off x="270355" y="4246436"/>
            <a:ext cx="5003932" cy="6964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800" b="0" dirty="0">
                <a:ea typeface="+mj-lt"/>
                <a:cs typeface="+mj-lt"/>
              </a:rPr>
              <a:t>Machine Learning Pipeline</a:t>
            </a:r>
            <a:endParaRPr lang="it" sz="2800" b="0" dirty="0"/>
          </a:p>
        </p:txBody>
      </p:sp>
      <p:sp>
        <p:nvSpPr>
          <p:cNvPr id="245" name="Titolo 1">
            <a:extLst>
              <a:ext uri="{FF2B5EF4-FFF2-40B4-BE49-F238E27FC236}">
                <a16:creationId xmlns:a16="http://schemas.microsoft.com/office/drawing/2014/main" id="{E1C936BD-C7C2-05B5-BD75-FE8472CB8FF5}"/>
              </a:ext>
            </a:extLst>
          </p:cNvPr>
          <p:cNvSpPr txBox="1">
            <a:spLocks/>
          </p:cNvSpPr>
          <p:nvPr/>
        </p:nvSpPr>
        <p:spPr>
          <a:xfrm>
            <a:off x="7756418" y="1490867"/>
            <a:ext cx="2298279" cy="66336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800" b="0" dirty="0">
                <a:ea typeface="+mj-lt"/>
                <a:cs typeface="+mj-lt"/>
              </a:rPr>
              <a:t>Tools</a:t>
            </a:r>
            <a:endParaRPr lang="it" sz="2800" b="0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729446E-076D-0F4E-E8E3-9146B245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3565E5E-5569-BEAD-65D7-CDBE4FDE4692}"/>
              </a:ext>
            </a:extLst>
          </p:cNvPr>
          <p:cNvSpPr txBox="1">
            <a:spLocks/>
          </p:cNvSpPr>
          <p:nvPr/>
        </p:nvSpPr>
        <p:spPr>
          <a:xfrm>
            <a:off x="566575" y="177137"/>
            <a:ext cx="5364391" cy="143640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" sz="4400" b="0" dirty="0">
                <a:ea typeface="+mj-lt"/>
                <a:cs typeface="+mj-lt"/>
              </a:rPr>
              <a:t>Event Log Insights</a:t>
            </a:r>
            <a:endParaRPr lang="it-IT"/>
          </a:p>
          <a:p>
            <a:pPr algn="l"/>
            <a:r>
              <a:rPr lang="it" sz="3200" b="0" dirty="0">
                <a:ea typeface="+mj-lt"/>
                <a:cs typeface="+mj-lt"/>
              </a:rPr>
              <a:t>Activity Frequency</a:t>
            </a:r>
          </a:p>
        </p:txBody>
      </p:sp>
      <p:pic>
        <p:nvPicPr>
          <p:cNvPr id="6" name="Segnaposto contenuto 5" descr="Immagine che contiene diagramma, cerchio, schermata, Policromia&#10;&#10;Il contenuto generato dall&amp;#39;IA potrebbe non essere corretto.">
            <a:extLst>
              <a:ext uri="{FF2B5EF4-FFF2-40B4-BE49-F238E27FC236}">
                <a16:creationId xmlns:a16="http://schemas.microsoft.com/office/drawing/2014/main" id="{206F977E-8833-CDFF-C1EF-4E63F983AF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92881" y="537681"/>
            <a:ext cx="7495902" cy="5644960"/>
          </a:xfrm>
        </p:spPr>
      </p:pic>
      <p:pic>
        <p:nvPicPr>
          <p:cNvPr id="10" name="Immagine 9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0AF29EB8-28AF-AE77-FF2A-9FA4E00EE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91" y="3962400"/>
            <a:ext cx="3539217" cy="237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6D1CA-C028-B1DF-FC51-CC094138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BD50CCF-59B7-D4AE-5F7F-25BDBF0F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48189676-FDD6-CD2B-5B68-1253CFBABC99}"/>
              </a:ext>
            </a:extLst>
          </p:cNvPr>
          <p:cNvSpPr txBox="1">
            <a:spLocks/>
          </p:cNvSpPr>
          <p:nvPr/>
        </p:nvSpPr>
        <p:spPr>
          <a:xfrm>
            <a:off x="566575" y="177137"/>
            <a:ext cx="5364391" cy="143640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" sz="4400" b="0" dirty="0">
                <a:ea typeface="+mj-lt"/>
                <a:cs typeface="+mj-lt"/>
              </a:rPr>
              <a:t>Event Log Insights</a:t>
            </a:r>
            <a:endParaRPr lang="it-IT"/>
          </a:p>
          <a:p>
            <a:pPr algn="l"/>
            <a:r>
              <a:rPr lang="it" sz="3200" b="0" dirty="0">
                <a:ea typeface="+mj-lt"/>
                <a:cs typeface="+mj-lt"/>
              </a:rPr>
              <a:t>Events per Case </a:t>
            </a:r>
          </a:p>
        </p:txBody>
      </p:sp>
      <p:pic>
        <p:nvPicPr>
          <p:cNvPr id="10" name="Segnaposto contenuto 9" descr="Immagine che contiene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C17BAD0D-A4F2-61EC-407B-B52CE810DB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6480" y="1727274"/>
            <a:ext cx="8087360" cy="5066270"/>
          </a:xfrm>
        </p:spPr>
      </p:pic>
    </p:spTree>
    <p:extLst>
      <p:ext uri="{BB962C8B-B14F-4D97-AF65-F5344CB8AC3E}">
        <p14:creationId xmlns:p14="http://schemas.microsoft.com/office/powerpoint/2010/main" val="934785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3C54-EAAB-3F8C-9FF5-DDC3BFC7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DDD7CEB-3F17-ADE9-D279-DDC5B57C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49977E9D-E090-AE5B-8189-2188F7D84C24}"/>
              </a:ext>
            </a:extLst>
          </p:cNvPr>
          <p:cNvSpPr txBox="1">
            <a:spLocks/>
          </p:cNvSpPr>
          <p:nvPr/>
        </p:nvSpPr>
        <p:spPr>
          <a:xfrm>
            <a:off x="566575" y="177137"/>
            <a:ext cx="5364391" cy="143640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" sz="4400" b="0" dirty="0">
                <a:ea typeface="+mj-lt"/>
                <a:cs typeface="+mj-lt"/>
              </a:rPr>
              <a:t>Event Log Insights</a:t>
            </a:r>
            <a:endParaRPr lang="it-IT"/>
          </a:p>
          <a:p>
            <a:pPr algn="l"/>
            <a:r>
              <a:rPr lang="it" sz="3200" b="0" dirty="0">
                <a:ea typeface="+mj-lt"/>
                <a:cs typeface="+mj-lt"/>
              </a:rPr>
              <a:t>Case Duration Analysis </a:t>
            </a:r>
          </a:p>
        </p:txBody>
      </p:sp>
      <p:pic>
        <p:nvPicPr>
          <p:cNvPr id="4" name="Segnaposto contenuto 3" descr="Immagine che contiene schermat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89182589-B531-ED73-41F0-D16EB6482A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410" y="2784357"/>
            <a:ext cx="5980262" cy="3680091"/>
          </a:xfrm>
        </p:spPr>
      </p:pic>
      <p:pic>
        <p:nvPicPr>
          <p:cNvPr id="5" name="Immagine 4" descr="Immagine che contiene schermata, linea, diagramma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66C3E176-0A43-196E-031D-0BB73EB91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55" y="1837566"/>
            <a:ext cx="57531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34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A8D2-D80C-4C8A-7576-E6F80566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BB4335F-F3D7-6731-6512-4690E33E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2" name="Segnaposto contenuto 1" descr="Immagine che contiene cerchio, diagramma, Policromi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B099AF5-8622-9792-ECDA-AAC9E1677E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85321" y="406908"/>
            <a:ext cx="4611188" cy="4261152"/>
          </a:xfr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79D39911-0EB9-7411-F8D5-21284A6D4A46}"/>
              </a:ext>
            </a:extLst>
          </p:cNvPr>
          <p:cNvSpPr txBox="1">
            <a:spLocks/>
          </p:cNvSpPr>
          <p:nvPr/>
        </p:nvSpPr>
        <p:spPr>
          <a:xfrm>
            <a:off x="610748" y="998298"/>
            <a:ext cx="4207035" cy="143640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" sz="4400" b="0" dirty="0">
                <a:ea typeface="+mj-lt"/>
                <a:cs typeface="+mj-lt"/>
              </a:rPr>
              <a:t>Event Log Insights</a:t>
            </a:r>
            <a:endParaRPr lang="it-IT"/>
          </a:p>
          <a:p>
            <a:pPr algn="l"/>
            <a:r>
              <a:rPr lang="it" sz="3200" b="0" err="1"/>
              <a:t>Analyzing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variant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sequence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frequently</a:t>
            </a:r>
            <a:endParaRPr lang="it" sz="3200" b="0" dirty="0">
              <a:ea typeface="+mj-lt"/>
              <a:cs typeface="+mj-lt"/>
            </a:endParaRPr>
          </a:p>
          <a:p>
            <a:pPr algn="l"/>
            <a:r>
              <a:rPr lang="it" sz="3200" b="0" dirty="0">
                <a:ea typeface="+mj-lt"/>
                <a:cs typeface="+mj-lt"/>
              </a:rPr>
              <a:t>Top 6</a:t>
            </a:r>
          </a:p>
        </p:txBody>
      </p:sp>
      <p:pic>
        <p:nvPicPr>
          <p:cNvPr id="3" name="Immagine 2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851015D1-C5AB-9E9C-8F74-03EB41D02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02" y="4345007"/>
            <a:ext cx="8760101" cy="19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0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493D-C48B-A9B4-1196-201B0FDF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C1E6D3C-5231-F174-2044-430E97FD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742DD81-E27B-A9EA-02A1-AD61426C1488}"/>
              </a:ext>
            </a:extLst>
          </p:cNvPr>
          <p:cNvSpPr txBox="1">
            <a:spLocks/>
          </p:cNvSpPr>
          <p:nvPr/>
        </p:nvSpPr>
        <p:spPr>
          <a:xfrm>
            <a:off x="438469" y="2486107"/>
            <a:ext cx="2780219" cy="143640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" sz="4400" b="0" dirty="0">
                <a:ea typeface="+mj-lt"/>
                <a:cs typeface="+mj-lt"/>
              </a:rPr>
              <a:t>Event Log Insights</a:t>
            </a:r>
            <a:endParaRPr lang="it-IT"/>
          </a:p>
          <a:p>
            <a:pPr algn="l"/>
            <a:r>
              <a:rPr lang="it" sz="3200" b="0" err="1"/>
              <a:t>Analyzing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variant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sequence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frequently</a:t>
            </a:r>
            <a:endParaRPr lang="it" sz="3200" b="0">
              <a:ea typeface="+mj-lt"/>
              <a:cs typeface="+mj-lt"/>
            </a:endParaRPr>
          </a:p>
          <a:p>
            <a:pPr algn="l"/>
            <a:r>
              <a:rPr lang="it" sz="3200" b="0" dirty="0">
                <a:ea typeface="+mj-lt"/>
                <a:cs typeface="+mj-lt"/>
              </a:rPr>
              <a:t>Top 10</a:t>
            </a:r>
          </a:p>
        </p:txBody>
      </p:sp>
      <p:pic>
        <p:nvPicPr>
          <p:cNvPr id="6" name="Segnaposto contenuto 5" descr="Immagine che contiene testo, schermata, software, Software multimediale&#10;&#10;Il contenuto generato dall&amp;#39;IA potrebbe non essere corretto.">
            <a:extLst>
              <a:ext uri="{FF2B5EF4-FFF2-40B4-BE49-F238E27FC236}">
                <a16:creationId xmlns:a16="http://schemas.microsoft.com/office/drawing/2014/main" id="{EE9F8BBA-9007-B4E5-3987-BFEF5E3A16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66064" y="647487"/>
            <a:ext cx="9193915" cy="5800351"/>
          </a:xfrm>
        </p:spPr>
      </p:pic>
    </p:spTree>
    <p:extLst>
      <p:ext uri="{BB962C8B-B14F-4D97-AF65-F5344CB8AC3E}">
        <p14:creationId xmlns:p14="http://schemas.microsoft.com/office/powerpoint/2010/main" val="2172401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6F9B8-4ABC-AC70-8DD2-08EF880B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A8237E6-9592-AD33-C005-DB2B51D4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2" y="213360"/>
            <a:ext cx="10277856" cy="94386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Log Filtering and Preprocessing </a:t>
            </a:r>
            <a:endParaRPr lang="it-IT" dirty="0"/>
          </a:p>
        </p:txBody>
      </p:sp>
      <p:sp>
        <p:nvSpPr>
          <p:cNvPr id="12" name="Sottotitolo 2">
            <a:extLst>
              <a:ext uri="{FF2B5EF4-FFF2-40B4-BE49-F238E27FC236}">
                <a16:creationId xmlns:a16="http://schemas.microsoft.com/office/drawing/2014/main" id="{D8731574-3196-ADD2-24B1-69A51BB9866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047992" y="1822704"/>
            <a:ext cx="3706368" cy="44419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err="1">
                <a:ea typeface="+mn-lt"/>
                <a:cs typeface="+mn-lt"/>
              </a:rPr>
              <a:t>Only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those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traces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that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contained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at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least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three</a:t>
            </a:r>
            <a:r>
              <a:rPr lang="it" dirty="0">
                <a:ea typeface="+mn-lt"/>
                <a:cs typeface="+mn-lt"/>
              </a:rPr>
              <a:t> events</a:t>
            </a:r>
            <a:r>
              <a:rPr lang="it" dirty="0"/>
              <a:t>.</a:t>
            </a:r>
            <a:endParaRPr lang="it-IT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err="1">
                <a:ea typeface="+mn-lt"/>
                <a:cs typeface="+mn-lt"/>
              </a:rPr>
              <a:t>Only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those</a:t>
            </a:r>
            <a:r>
              <a:rPr lang="it" dirty="0">
                <a:ea typeface="+mn-lt"/>
                <a:cs typeface="+mn-lt"/>
              </a:rPr>
              <a:t> activities </a:t>
            </a:r>
            <a:r>
              <a:rPr lang="it" err="1">
                <a:ea typeface="+mn-lt"/>
                <a:cs typeface="+mn-lt"/>
              </a:rPr>
              <a:t>that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occurred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at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least</a:t>
            </a:r>
            <a:r>
              <a:rPr lang="it" dirty="0">
                <a:ea typeface="+mn-lt"/>
                <a:cs typeface="+mn-lt"/>
              </a:rPr>
              <a:t> 1000 times.</a:t>
            </a: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dirty="0">
                <a:ea typeface="+mn-lt"/>
                <a:cs typeface="+mn-lt"/>
              </a:rPr>
              <a:t>Traces </a:t>
            </a:r>
            <a:r>
              <a:rPr lang="it" err="1">
                <a:ea typeface="+mn-lt"/>
                <a:cs typeface="+mn-lt"/>
              </a:rPr>
              <a:t>that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became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empty</a:t>
            </a:r>
            <a:r>
              <a:rPr lang="it" dirty="0">
                <a:ea typeface="+mn-lt"/>
                <a:cs typeface="+mn-lt"/>
              </a:rPr>
              <a:t>  </a:t>
            </a:r>
            <a:r>
              <a:rPr lang="it" err="1">
                <a:ea typeface="+mn-lt"/>
                <a:cs typeface="+mn-lt"/>
              </a:rPr>
              <a:t>were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discarded</a:t>
            </a:r>
            <a:r>
              <a:rPr lang="it" dirty="0">
                <a:ea typeface="+mn-lt"/>
                <a:cs typeface="+mn-lt"/>
              </a:rPr>
              <a:t>, </a:t>
            </a:r>
            <a:r>
              <a:rPr lang="it" err="1">
                <a:ea typeface="+mn-lt"/>
                <a:cs typeface="+mn-lt"/>
              </a:rPr>
              <a:t>ensuring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that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every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remaining</a:t>
            </a:r>
            <a:r>
              <a:rPr lang="it" dirty="0">
                <a:ea typeface="+mn-lt"/>
                <a:cs typeface="+mn-lt"/>
              </a:rPr>
              <a:t> trace </a:t>
            </a:r>
            <a:r>
              <a:rPr lang="it" err="1">
                <a:ea typeface="+mn-lt"/>
                <a:cs typeface="+mn-lt"/>
              </a:rPr>
              <a:t>contributed</a:t>
            </a:r>
            <a:r>
              <a:rPr lang="it" dirty="0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valuable</a:t>
            </a:r>
            <a:r>
              <a:rPr lang="it" dirty="0">
                <a:ea typeface="+mn-lt"/>
                <a:cs typeface="+mn-lt"/>
              </a:rPr>
              <a:t> information to the </a:t>
            </a:r>
            <a:r>
              <a:rPr lang="it" err="1">
                <a:ea typeface="+mn-lt"/>
                <a:cs typeface="+mn-lt"/>
              </a:rPr>
              <a:t>analysis</a:t>
            </a:r>
            <a:r>
              <a:rPr lang="it" dirty="0">
                <a:ea typeface="+mn-lt"/>
                <a:cs typeface="+mn-lt"/>
              </a:rPr>
              <a:t>. </a:t>
            </a: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>
                <a:ea typeface="+mn-lt"/>
                <a:cs typeface="+mn-lt"/>
              </a:rPr>
              <a:t>The log </a:t>
            </a:r>
            <a:r>
              <a:rPr lang="it" err="1">
                <a:ea typeface="+mn-lt"/>
                <a:cs typeface="+mn-lt"/>
              </a:rPr>
              <a:t>contains</a:t>
            </a:r>
            <a:r>
              <a:rPr lang="it">
                <a:ea typeface="+mn-lt"/>
                <a:cs typeface="+mn-lt"/>
              </a:rPr>
              <a:t> 83,614 </a:t>
            </a:r>
            <a:r>
              <a:rPr lang="it" err="1">
                <a:ea typeface="+mn-lt"/>
                <a:cs typeface="+mn-lt"/>
              </a:rPr>
              <a:t>cases</a:t>
            </a:r>
            <a:r>
              <a:rPr lang="it">
                <a:ea typeface="+mn-lt"/>
                <a:cs typeface="+mn-lt"/>
              </a:rPr>
              <a:t>, and the activity set </a:t>
            </a:r>
            <a:r>
              <a:rPr lang="it" err="1">
                <a:ea typeface="+mn-lt"/>
                <a:cs typeface="+mn-lt"/>
              </a:rPr>
              <a:t>was</a:t>
            </a:r>
            <a:r>
              <a:rPr lang="it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reduced</a:t>
            </a:r>
            <a:r>
              <a:rPr lang="it">
                <a:ea typeface="+mn-lt"/>
                <a:cs typeface="+mn-lt"/>
              </a:rPr>
              <a:t> </a:t>
            </a:r>
            <a:r>
              <a:rPr lang="it" err="1">
                <a:ea typeface="+mn-lt"/>
                <a:cs typeface="+mn-lt"/>
              </a:rPr>
              <a:t>accordingly</a:t>
            </a:r>
            <a:r>
              <a:rPr lang="it">
                <a:ea typeface="+mn-lt"/>
                <a:cs typeface="+mn-lt"/>
              </a:rPr>
              <a:t>.</a:t>
            </a:r>
            <a:endParaRPr lang="it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8FE71DD-B915-7FB7-6B3F-860FEC1D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90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3E6AA086-021E-41C0-2817-7A136A57F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094372"/>
              </p:ext>
            </p:extLst>
          </p:nvPr>
        </p:nvGraphicFramePr>
        <p:xfrm>
          <a:off x="1231392" y="1818076"/>
          <a:ext cx="4863190" cy="453980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{0E3FDE45-AF77-4B5C-9715-49D594BDF05E}</a:tableStyleId>
              </a:tblPr>
              <a:tblGrid>
                <a:gridCol w="3136900">
                  <a:extLst>
                    <a:ext uri="{9D8B030D-6E8A-4147-A177-3AD203B41FA5}">
                      <a16:colId xmlns:a16="http://schemas.microsoft.com/office/drawing/2014/main" val="2591425176"/>
                    </a:ext>
                  </a:extLst>
                </a:gridCol>
                <a:gridCol w="1726290">
                  <a:extLst>
                    <a:ext uri="{9D8B030D-6E8A-4147-A177-3AD203B41FA5}">
                      <a16:colId xmlns:a16="http://schemas.microsoft.com/office/drawing/2014/main" val="1407514533"/>
                    </a:ext>
                  </a:extLst>
                </a:gridCol>
              </a:tblGrid>
              <a:tr h="556493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sz="1400" b="1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b="1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Activity </a:t>
                      </a:r>
                    </a:p>
                  </a:txBody>
                  <a:tcPr marL="37124" marR="38670" marT="10607" marB="7955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sz="1400" b="1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b="1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Frequency </a:t>
                      </a:r>
                    </a:p>
                  </a:txBody>
                  <a:tcPr marL="37124" marR="38670" marT="10607" marB="7955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845746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Create Fine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83,614 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973676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Send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Fine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83,602 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21534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Insert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Fine Notification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79,860 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756643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Add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penalty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79,860 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96323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Send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for Credit Collection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59,013 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342844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Payment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31,230 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628968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Insert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Date Appeal to </a:t>
                      </a: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Prefecture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4,188 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514345"/>
                  </a:ext>
                </a:extLst>
              </a:tr>
              <a:tr h="49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4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Send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Appeal to </a:t>
                      </a:r>
                      <a:r>
                        <a:rPr lang="it-IT" sz="1400" cap="none" spc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Prefecture</a:t>
                      </a:r>
                      <a:r>
                        <a:rPr lang="it-IT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124" marR="38670" marT="10607" marB="7955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4,141 </a:t>
                      </a:r>
                    </a:p>
                  </a:txBody>
                  <a:tcPr marL="37124" marR="38670" marT="10607" marB="795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25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525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6" y="175812"/>
            <a:ext cx="10277856" cy="915152"/>
          </a:xfrm>
          <a:noFill/>
        </p:spPr>
        <p:txBody>
          <a:bodyPr rtlCol="0">
            <a:noAutofit/>
          </a:bodyPr>
          <a:lstStyle/>
          <a:p>
            <a:r>
              <a:rPr lang="it" b="0" dirty="0" err="1">
                <a:ea typeface="+mj-lt"/>
                <a:cs typeface="+mj-lt"/>
              </a:rPr>
              <a:t>Process</a:t>
            </a:r>
            <a:r>
              <a:rPr lang="it" b="0" dirty="0">
                <a:ea typeface="+mj-lt"/>
                <a:cs typeface="+mj-lt"/>
              </a:rPr>
              <a:t> Discovery </a:t>
            </a:r>
            <a:endParaRPr lang="it" b="0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11</a:t>
            </a:fld>
            <a:endParaRPr lang="en-US" dirty="0"/>
          </a:p>
        </p:txBody>
      </p:sp>
      <p:graphicFrame>
        <p:nvGraphicFramePr>
          <p:cNvPr id="37" name="Segnaposto contenuto 36">
            <a:extLst>
              <a:ext uri="{FF2B5EF4-FFF2-40B4-BE49-F238E27FC236}">
                <a16:creationId xmlns:a16="http://schemas.microsoft.com/office/drawing/2014/main" id="{0725133D-F214-E243-0ECB-F2A378354096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964571600"/>
              </p:ext>
            </p:extLst>
          </p:nvPr>
        </p:nvGraphicFramePr>
        <p:xfrm>
          <a:off x="804228" y="3030855"/>
          <a:ext cx="10551477" cy="2985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6" name="Titolo 1">
            <a:extLst>
              <a:ext uri="{FF2B5EF4-FFF2-40B4-BE49-F238E27FC236}">
                <a16:creationId xmlns:a16="http://schemas.microsoft.com/office/drawing/2014/main" id="{E280E369-6460-ECF0-C0C1-7558CB178D64}"/>
              </a:ext>
            </a:extLst>
          </p:cNvPr>
          <p:cNvSpPr txBox="1">
            <a:spLocks/>
          </p:cNvSpPr>
          <p:nvPr/>
        </p:nvSpPr>
        <p:spPr>
          <a:xfrm>
            <a:off x="802463" y="2702559"/>
            <a:ext cx="5021160" cy="91515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800" b="0" dirty="0" err="1">
                <a:ea typeface="+mj-lt"/>
                <a:cs typeface="+mj-lt"/>
              </a:rPr>
              <a:t>Extracting</a:t>
            </a:r>
            <a:r>
              <a:rPr lang="it" sz="2800" b="0" dirty="0">
                <a:ea typeface="+mj-lt"/>
                <a:cs typeface="+mj-lt"/>
              </a:rPr>
              <a:t> </a:t>
            </a:r>
            <a:r>
              <a:rPr lang="it" sz="2800" b="0" dirty="0" err="1">
                <a:ea typeface="+mj-lt"/>
                <a:cs typeface="+mj-lt"/>
              </a:rPr>
              <a:t>process</a:t>
            </a:r>
            <a:r>
              <a:rPr lang="it" sz="2800" b="0" dirty="0">
                <a:ea typeface="+mj-lt"/>
                <a:cs typeface="+mj-lt"/>
              </a:rPr>
              <a:t> models </a:t>
            </a:r>
            <a:r>
              <a:rPr lang="it" sz="2800" b="0" dirty="0" err="1">
                <a:ea typeface="+mj-lt"/>
                <a:cs typeface="+mj-lt"/>
              </a:rPr>
              <a:t>using</a:t>
            </a:r>
            <a:r>
              <a:rPr lang="it" sz="2800" b="0" dirty="0">
                <a:ea typeface="+mj-lt"/>
                <a:cs typeface="+mj-lt"/>
              </a:rPr>
              <a:t> </a:t>
            </a:r>
            <a:r>
              <a:rPr lang="it" sz="2800" b="0" dirty="0" err="1">
                <a:ea typeface="+mj-lt"/>
                <a:cs typeface="+mj-lt"/>
              </a:rPr>
              <a:t>three</a:t>
            </a:r>
            <a:r>
              <a:rPr lang="it" sz="2800" b="0" dirty="0">
                <a:ea typeface="+mj-lt"/>
                <a:cs typeface="+mj-lt"/>
              </a:rPr>
              <a:t> </a:t>
            </a:r>
            <a:r>
              <a:rPr lang="it" sz="2800" b="0" dirty="0" err="1">
                <a:ea typeface="+mj-lt"/>
                <a:cs typeface="+mj-lt"/>
              </a:rPr>
              <a:t>well-known</a:t>
            </a:r>
            <a:r>
              <a:rPr lang="it" sz="2800" b="0" dirty="0">
                <a:ea typeface="+mj-lt"/>
                <a:cs typeface="+mj-lt"/>
              </a:rPr>
              <a:t> </a:t>
            </a:r>
            <a:r>
              <a:rPr lang="it" sz="2800" b="0" dirty="0" err="1">
                <a:ea typeface="+mj-lt"/>
                <a:cs typeface="+mj-lt"/>
              </a:rPr>
              <a:t>discovery</a:t>
            </a:r>
            <a:r>
              <a:rPr lang="it" sz="2800" b="0" dirty="0">
                <a:ea typeface="+mj-lt"/>
                <a:cs typeface="+mj-lt"/>
              </a:rPr>
              <a:t> </a:t>
            </a:r>
            <a:r>
              <a:rPr lang="it" sz="2800" b="0" dirty="0" err="1">
                <a:ea typeface="+mj-lt"/>
                <a:cs typeface="+mj-lt"/>
              </a:rPr>
              <a:t>algorithms</a:t>
            </a:r>
            <a:r>
              <a:rPr lang="it" sz="2800" b="0" dirty="0">
                <a:ea typeface="+mj-lt"/>
                <a:cs typeface="+mj-lt"/>
              </a:rPr>
              <a:t>:</a:t>
            </a:r>
            <a:endParaRPr lang="it-IT" sz="280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9" y="962108"/>
            <a:ext cx="10780776" cy="750383"/>
          </a:xfrm>
          <a:noFill/>
        </p:spPr>
        <p:txBody>
          <a:bodyPr rtlCol="0">
            <a:noAutofit/>
          </a:bodyPr>
          <a:lstStyle/>
          <a:p>
            <a:r>
              <a:rPr lang="it" sz="2800" b="0" dirty="0">
                <a:ea typeface="+mj-lt"/>
                <a:cs typeface="+mj-lt"/>
              </a:rPr>
              <a:t>Discovery Techniques 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/>
              <a:t>Alpha </a:t>
            </a:r>
            <a:r>
              <a:rPr lang="it" b="0" dirty="0" err="1"/>
              <a:t>Miner</a:t>
            </a:r>
            <a:endParaRPr lang="it-IT" dirty="0" err="1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12</a:t>
            </a:fld>
            <a:endParaRPr lang="en-US" dirty="0"/>
          </a:p>
        </p:txBody>
      </p:sp>
      <p:pic>
        <p:nvPicPr>
          <p:cNvPr id="6" name="Segnaposto contenuto 5" descr="Picture 57936833, Picture">
            <a:extLst>
              <a:ext uri="{FF2B5EF4-FFF2-40B4-BE49-F238E27FC236}">
                <a16:creationId xmlns:a16="http://schemas.microsoft.com/office/drawing/2014/main" id="{FB297809-4412-0D96-89CE-C13E1F9E99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4546" y="3427193"/>
            <a:ext cx="11137828" cy="2187867"/>
          </a:xfrm>
        </p:spPr>
      </p:pic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70A68D7-2077-BA19-EA6A-49714AB42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14673"/>
              </p:ext>
            </p:extLst>
          </p:nvPr>
        </p:nvGraphicFramePr>
        <p:xfrm>
          <a:off x="683623" y="2138245"/>
          <a:ext cx="10480038" cy="99364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493346">
                  <a:extLst>
                    <a:ext uri="{9D8B030D-6E8A-4147-A177-3AD203B41FA5}">
                      <a16:colId xmlns:a16="http://schemas.microsoft.com/office/drawing/2014/main" val="3115999932"/>
                    </a:ext>
                  </a:extLst>
                </a:gridCol>
                <a:gridCol w="3493346">
                  <a:extLst>
                    <a:ext uri="{9D8B030D-6E8A-4147-A177-3AD203B41FA5}">
                      <a16:colId xmlns:a16="http://schemas.microsoft.com/office/drawing/2014/main" val="3396384454"/>
                    </a:ext>
                  </a:extLst>
                </a:gridCol>
                <a:gridCol w="3493346">
                  <a:extLst>
                    <a:ext uri="{9D8B030D-6E8A-4147-A177-3AD203B41FA5}">
                      <a16:colId xmlns:a16="http://schemas.microsoft.com/office/drawing/2014/main" val="2626367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Detecting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strict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ordering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relations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between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activities.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Capture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the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basic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sequential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flow of activities.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Struggles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with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complex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constructs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like loops,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concurrency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, or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noise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,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which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are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prevalent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in </a:t>
                      </a:r>
                      <a:r>
                        <a:rPr lang="it" sz="1600" b="0" i="0" u="none" strike="noStrike" noProof="0" err="1">
                          <a:solidFill>
                            <a:srgbClr val="03126A"/>
                          </a:solidFill>
                          <a:latin typeface="Aptos"/>
                        </a:rPr>
                        <a:t>real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-world logs.</a:t>
                      </a:r>
                      <a:endParaRPr lang="it-IT" sz="16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291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357A9-FEA8-3094-D048-9501DC6A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199665D0-954E-A196-BCCA-2C1E7943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13</a:t>
            </a:fld>
            <a:endParaRPr lang="en-US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48E35434-344B-2B46-C0F8-2D41ADB66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7128"/>
              </p:ext>
            </p:extLst>
          </p:nvPr>
        </p:nvGraphicFramePr>
        <p:xfrm>
          <a:off x="683623" y="2138245"/>
          <a:ext cx="10480038" cy="121310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493346">
                  <a:extLst>
                    <a:ext uri="{9D8B030D-6E8A-4147-A177-3AD203B41FA5}">
                      <a16:colId xmlns:a16="http://schemas.microsoft.com/office/drawing/2014/main" val="3115999932"/>
                    </a:ext>
                  </a:extLst>
                </a:gridCol>
                <a:gridCol w="3493346">
                  <a:extLst>
                    <a:ext uri="{9D8B030D-6E8A-4147-A177-3AD203B41FA5}">
                      <a16:colId xmlns:a16="http://schemas.microsoft.com/office/drawing/2014/main" val="3396384454"/>
                    </a:ext>
                  </a:extLst>
                </a:gridCol>
                <a:gridCol w="3493346">
                  <a:extLst>
                    <a:ext uri="{9D8B030D-6E8A-4147-A177-3AD203B41FA5}">
                      <a16:colId xmlns:a16="http://schemas.microsoft.com/office/drawing/2014/main" val="2626367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Deal with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noise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and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complex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constructs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more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effectively</a:t>
                      </a:r>
                      <a:endParaRPr lang="it-IT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Produces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block-structured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Petri nets, to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ensures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proper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start and end points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as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well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as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deadlock-free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execution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.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The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most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interpretable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and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aligned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with business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logic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,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capturing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the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dominant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paths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 and alternative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</a:rPr>
                        <a:t>branches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</a:rPr>
                        <a:t>.</a:t>
                      </a:r>
                      <a:endParaRPr lang="it-IT" dirty="0"/>
                    </a:p>
                    <a:p>
                      <a:pPr lvl="0">
                        <a:buNone/>
                      </a:pP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291673"/>
                  </a:ext>
                </a:extLst>
              </a:tr>
            </a:tbl>
          </a:graphicData>
        </a:graphic>
      </p:graphicFrame>
      <p:pic>
        <p:nvPicPr>
          <p:cNvPr id="5" name="Segnaposto contenuto 4" descr="Picture 1461511488, Picture">
            <a:extLst>
              <a:ext uri="{FF2B5EF4-FFF2-40B4-BE49-F238E27FC236}">
                <a16:creationId xmlns:a16="http://schemas.microsoft.com/office/drawing/2014/main" id="{D9246606-0EF4-3B2F-0B4A-AAAC3D6804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8592" y="3218067"/>
            <a:ext cx="11385296" cy="2994377"/>
          </a:xfrm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95B51AEF-D5D5-4026-00C5-C3E41B09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9" y="962108"/>
            <a:ext cx="10780776" cy="750383"/>
          </a:xfrm>
          <a:noFill/>
        </p:spPr>
        <p:txBody>
          <a:bodyPr rtlCol="0">
            <a:noAutofit/>
          </a:bodyPr>
          <a:lstStyle/>
          <a:p>
            <a:r>
              <a:rPr lang="it" sz="2800" b="0" dirty="0">
                <a:ea typeface="+mj-lt"/>
                <a:cs typeface="+mj-lt"/>
              </a:rPr>
              <a:t>Discovery Techniques 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 err="1"/>
              <a:t>Inductive</a:t>
            </a:r>
            <a:r>
              <a:rPr lang="it" b="0" dirty="0"/>
              <a:t> </a:t>
            </a:r>
            <a:r>
              <a:rPr lang="it" b="0" dirty="0" err="1"/>
              <a:t>Miner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036271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E627D-F2A2-C872-F37B-F6718F12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09BA52D2-CAFF-3EC8-B65B-33F8B1A5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14</a:t>
            </a:fld>
            <a:endParaRPr lang="en-US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8D10A16-EE34-007D-C55D-466FAB744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113263"/>
              </p:ext>
            </p:extLst>
          </p:nvPr>
        </p:nvGraphicFramePr>
        <p:xfrm>
          <a:off x="683623" y="2138245"/>
          <a:ext cx="10480038" cy="5791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493346">
                  <a:extLst>
                    <a:ext uri="{9D8B030D-6E8A-4147-A177-3AD203B41FA5}">
                      <a16:colId xmlns:a16="http://schemas.microsoft.com/office/drawing/2014/main" val="3115999932"/>
                    </a:ext>
                  </a:extLst>
                </a:gridCol>
                <a:gridCol w="3493346">
                  <a:extLst>
                    <a:ext uri="{9D8B030D-6E8A-4147-A177-3AD203B41FA5}">
                      <a16:colId xmlns:a16="http://schemas.microsoft.com/office/drawing/2014/main" val="3396384454"/>
                    </a:ext>
                  </a:extLst>
                </a:gridCol>
                <a:gridCol w="3493346">
                  <a:extLst>
                    <a:ext uri="{9D8B030D-6E8A-4147-A177-3AD203B41FA5}">
                      <a16:colId xmlns:a16="http://schemas.microsoft.com/office/drawing/2014/main" val="2626367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Emphasizes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the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most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frequent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paths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and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dependencies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.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More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detailed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than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Alpha Miner and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highlighted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common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behavior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.</a:t>
                      </a:r>
                      <a:endParaRPr lang="it-IT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Occasionally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included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rare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paths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that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may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not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be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semantically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 </a:t>
                      </a:r>
                      <a:r>
                        <a:rPr lang="it" sz="1600" b="0" i="0" u="none" strike="noStrike" noProof="0" dirty="0" err="1">
                          <a:solidFill>
                            <a:srgbClr val="03126A"/>
                          </a:solidFill>
                          <a:latin typeface="Aptos"/>
                        </a:rPr>
                        <a:t>meaningful</a:t>
                      </a:r>
                      <a:r>
                        <a:rPr lang="it" sz="1600" b="0" i="0" u="none" strike="noStrike" noProof="0" dirty="0">
                          <a:solidFill>
                            <a:srgbClr val="03126A"/>
                          </a:solidFill>
                          <a:latin typeface="Aptos"/>
                        </a:rPr>
                        <a:t>.</a:t>
                      </a:r>
                      <a:endParaRPr lang="it-IT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291673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C3D2C148-A116-A3C0-A3D2-E1AC29563764}"/>
              </a:ext>
            </a:extLst>
          </p:cNvPr>
          <p:cNvSpPr txBox="1">
            <a:spLocks/>
          </p:cNvSpPr>
          <p:nvPr/>
        </p:nvSpPr>
        <p:spPr>
          <a:xfrm>
            <a:off x="532119" y="962108"/>
            <a:ext cx="10780776" cy="75038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800" b="0" dirty="0">
                <a:ea typeface="+mj-lt"/>
                <a:cs typeface="+mj-lt"/>
              </a:rPr>
              <a:t>Discovery Techniques 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 err="1"/>
              <a:t>Heuristic</a:t>
            </a:r>
            <a:r>
              <a:rPr lang="it" b="0" dirty="0"/>
              <a:t> </a:t>
            </a:r>
            <a:r>
              <a:rPr lang="it" b="0" dirty="0" err="1"/>
              <a:t>Miner</a:t>
            </a:r>
            <a:endParaRPr lang="it-IT" dirty="0" err="1"/>
          </a:p>
        </p:txBody>
      </p:sp>
      <p:pic>
        <p:nvPicPr>
          <p:cNvPr id="11" name="Segnaposto contenuto 10" descr="Picture 2043461259, Picture">
            <a:extLst>
              <a:ext uri="{FF2B5EF4-FFF2-40B4-BE49-F238E27FC236}">
                <a16:creationId xmlns:a16="http://schemas.microsoft.com/office/drawing/2014/main" id="{051A1EA8-7FC7-94D2-EF74-42643A0F5B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6940" y="3431915"/>
            <a:ext cx="11192256" cy="1597061"/>
          </a:xfrm>
        </p:spPr>
      </p:pic>
    </p:spTree>
    <p:extLst>
      <p:ext uri="{BB962C8B-B14F-4D97-AF65-F5344CB8AC3E}">
        <p14:creationId xmlns:p14="http://schemas.microsoft.com/office/powerpoint/2010/main" val="349537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487680"/>
            <a:ext cx="10206736" cy="1086104"/>
          </a:xfrm>
        </p:spPr>
        <p:txBody>
          <a:bodyPr rtlCol="0" anchor="b">
            <a:normAutofit fontScale="90000"/>
          </a:bodyPr>
          <a:lstStyle/>
          <a:p>
            <a:endParaRPr lang="it-IT"/>
          </a:p>
          <a:p>
            <a:endParaRPr lang="it"/>
          </a:p>
          <a:p>
            <a:endParaRPr lang="it"/>
          </a:p>
          <a:p>
            <a:endParaRPr lang="it"/>
          </a:p>
          <a:p>
            <a:r>
              <a:rPr lang="it" b="0" dirty="0">
                <a:ea typeface="+mj-lt"/>
                <a:cs typeface="+mj-lt"/>
              </a:rPr>
              <a:t>Discovery Techniques on Activity-</a:t>
            </a:r>
            <a:r>
              <a:rPr lang="it" b="0" err="1">
                <a:ea typeface="+mj-lt"/>
                <a:cs typeface="+mj-lt"/>
              </a:rPr>
              <a:t>Filtered</a:t>
            </a:r>
            <a:r>
              <a:rPr lang="it" b="0" dirty="0">
                <a:ea typeface="+mj-lt"/>
                <a:cs typeface="+mj-lt"/>
              </a:rPr>
              <a:t> Log</a:t>
            </a:r>
            <a:r>
              <a:rPr lang="it" b="0" dirty="0"/>
              <a:t> </a:t>
            </a:r>
            <a:br>
              <a:rPr lang="it" b="0" dirty="0"/>
            </a:br>
            <a:endParaRPr lang="it" sz="3200" b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29060" y="1709927"/>
            <a:ext cx="9035550" cy="44185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" sz="2800" dirty="0">
                <a:ea typeface="+mn-lt"/>
                <a:cs typeface="+mn-lt"/>
              </a:rPr>
              <a:t>The filtering </a:t>
            </a:r>
            <a:r>
              <a:rPr lang="it" sz="2800" dirty="0" err="1">
                <a:ea typeface="+mn-lt"/>
                <a:cs typeface="+mn-lt"/>
              </a:rPr>
              <a:t>is</a:t>
            </a:r>
            <a:r>
              <a:rPr lang="it" sz="2800" dirty="0">
                <a:ea typeface="+mn-lt"/>
                <a:cs typeface="+mn-lt"/>
              </a:rPr>
              <a:t> </a:t>
            </a:r>
            <a:r>
              <a:rPr lang="it" sz="2800" dirty="0" err="1">
                <a:ea typeface="+mn-lt"/>
                <a:cs typeface="+mn-lt"/>
              </a:rPr>
              <a:t>based</a:t>
            </a:r>
            <a:r>
              <a:rPr lang="it" sz="2800" dirty="0">
                <a:ea typeface="+mn-lt"/>
                <a:cs typeface="+mn-lt"/>
              </a:rPr>
              <a:t> on:</a:t>
            </a: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The </a:t>
            </a:r>
            <a:r>
              <a:rPr lang="it" dirty="0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presence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of the "Payment" activity.</a:t>
            </a:r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it" sz="2800" dirty="0">
                <a:solidFill>
                  <a:srgbClr val="03126A"/>
                </a:solidFill>
              </a:rPr>
              <a:t>To </a:t>
            </a:r>
            <a:r>
              <a:rPr lang="it" sz="2800" dirty="0" err="1">
                <a:solidFill>
                  <a:srgbClr val="03126A"/>
                </a:solidFill>
                <a:ea typeface="+mn-lt"/>
                <a:cs typeface="+mn-lt"/>
              </a:rPr>
              <a:t>ensuring</a:t>
            </a:r>
            <a:r>
              <a:rPr lang="it" sz="2800" dirty="0">
                <a:solidFill>
                  <a:srgbClr val="03126A"/>
                </a:solidFill>
                <a:ea typeface="+mn-lt"/>
                <a:cs typeface="+mn-lt"/>
              </a:rPr>
              <a:t>:</a:t>
            </a: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err="1">
                <a:solidFill>
                  <a:schemeClr val="bg2">
                    <a:lumMod val="10000"/>
                  </a:schemeClr>
                </a:solidFill>
              </a:rPr>
              <a:t>Only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cases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involving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payment processing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were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retained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342900" indent="-342900">
              <a:buFont typeface="Wingdings" panose="020B0604020202020204" pitchFamily="34" charset="0"/>
              <a:buChar char="ü"/>
            </a:pPr>
            <a:endParaRPr lang="it" dirty="0">
              <a:solidFill>
                <a:schemeClr val="bg2">
                  <a:lumMod val="10000"/>
                </a:schemeClr>
              </a:solidFill>
              <a:ea typeface="+mn-lt"/>
              <a:cs typeface="+mn-lt"/>
            </a:endParaRPr>
          </a:p>
          <a:p>
            <a:r>
              <a:rPr lang="it" sz="2800" dirty="0" err="1">
                <a:solidFill>
                  <a:srgbClr val="03126A"/>
                </a:solidFill>
                <a:ea typeface="+mn-lt"/>
                <a:cs typeface="+mn-lt"/>
              </a:rPr>
              <a:t>This</a:t>
            </a:r>
            <a:r>
              <a:rPr lang="it" sz="2800" dirty="0">
                <a:solidFill>
                  <a:srgbClr val="03126A"/>
                </a:solidFill>
                <a:ea typeface="+mn-lt"/>
                <a:cs typeface="+mn-lt"/>
              </a:rPr>
              <a:t> </a:t>
            </a:r>
            <a:r>
              <a:rPr lang="it" sz="2800" dirty="0" err="1">
                <a:solidFill>
                  <a:srgbClr val="03126A"/>
                </a:solidFill>
                <a:ea typeface="+mn-lt"/>
                <a:cs typeface="+mn-lt"/>
              </a:rPr>
              <a:t>approach</a:t>
            </a:r>
            <a:r>
              <a:rPr lang="it" sz="2800" dirty="0">
                <a:solidFill>
                  <a:srgbClr val="03126A"/>
                </a:solidFill>
                <a:ea typeface="+mn-lt"/>
                <a:cs typeface="+mn-lt"/>
              </a:rPr>
              <a:t> </a:t>
            </a:r>
            <a:r>
              <a:rPr lang="it" sz="2800" dirty="0" err="1">
                <a:solidFill>
                  <a:srgbClr val="03126A"/>
                </a:solidFill>
                <a:ea typeface="+mn-lt"/>
                <a:cs typeface="+mn-lt"/>
              </a:rPr>
              <a:t>helped</a:t>
            </a:r>
            <a:r>
              <a:rPr lang="it" sz="2800" dirty="0">
                <a:solidFill>
                  <a:srgbClr val="03126A"/>
                </a:solidFill>
                <a:ea typeface="+mn-lt"/>
                <a:cs typeface="+mn-lt"/>
              </a:rPr>
              <a:t>:</a:t>
            </a:r>
            <a:endParaRPr lang="it" dirty="0"/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Reduce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noise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from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unrelated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behaviors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.</a:t>
            </a:r>
            <a:endParaRPr lang="it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Allowed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a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clearer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view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of the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process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paths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leading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to or </a:t>
            </a:r>
            <a:r>
              <a:rPr lang="it" err="1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involving</a:t>
            </a:r>
            <a:r>
              <a:rPr lang="it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 payments.</a:t>
            </a:r>
          </a:p>
          <a:p>
            <a:endParaRPr lang="it" dirty="0">
              <a:solidFill>
                <a:srgbClr val="00B050"/>
              </a:solidFill>
            </a:endParaRP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E53A6-798C-6FF7-0F2B-760934D5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B4174E-09C8-406D-397D-90C6A24D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9" y="962108"/>
            <a:ext cx="10780776" cy="750383"/>
          </a:xfrm>
          <a:noFill/>
        </p:spPr>
        <p:txBody>
          <a:bodyPr rtlCol="0">
            <a:noAutofit/>
          </a:bodyPr>
          <a:lstStyle/>
          <a:p>
            <a:r>
              <a:rPr lang="it" sz="2800" b="0" dirty="0">
                <a:ea typeface="+mj-lt"/>
                <a:cs typeface="+mj-lt"/>
              </a:rPr>
              <a:t>Discovery Techniques 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/>
              <a:t>Alpha </a:t>
            </a:r>
            <a:r>
              <a:rPr lang="it" b="0" dirty="0" err="1"/>
              <a:t>Miner</a:t>
            </a:r>
            <a:r>
              <a:rPr lang="it" b="0" dirty="0"/>
              <a:t> </a:t>
            </a:r>
            <a:r>
              <a:rPr lang="it" b="0" dirty="0">
                <a:ea typeface="+mj-lt"/>
                <a:cs typeface="+mj-lt"/>
              </a:rPr>
              <a:t>on Activity-</a:t>
            </a:r>
            <a:r>
              <a:rPr lang="it" b="0" dirty="0" err="1">
                <a:ea typeface="+mj-lt"/>
                <a:cs typeface="+mj-lt"/>
              </a:rPr>
              <a:t>Filtered</a:t>
            </a:r>
            <a:r>
              <a:rPr lang="it" b="0" dirty="0">
                <a:ea typeface="+mj-lt"/>
                <a:cs typeface="+mj-lt"/>
              </a:rPr>
              <a:t> Log</a:t>
            </a:r>
            <a:endParaRPr lang="it-IT" dirty="0" err="1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86F63FC3-13B6-AFC5-9FDF-9138DCFC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16</a:t>
            </a:fld>
            <a:endParaRPr lang="en-US" dirty="0"/>
          </a:p>
        </p:txBody>
      </p:sp>
      <p:pic>
        <p:nvPicPr>
          <p:cNvPr id="5" name="Segnaposto contenuto 4" descr="Picture 172769033, Picture">
            <a:extLst>
              <a:ext uri="{FF2B5EF4-FFF2-40B4-BE49-F238E27FC236}">
                <a16:creationId xmlns:a16="http://schemas.microsoft.com/office/drawing/2014/main" id="{F3146C09-08CB-CBC3-DCBD-F093F70F67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9028" y="3430246"/>
            <a:ext cx="11214342" cy="1699793"/>
          </a:xfrm>
        </p:spPr>
      </p:pic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7D79CD7-77B7-2CFD-A357-0A420AE96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354990"/>
              </p:ext>
            </p:extLst>
          </p:nvPr>
        </p:nvGraphicFramePr>
        <p:xfrm>
          <a:off x="364434" y="2528956"/>
          <a:ext cx="11488396" cy="61025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72099">
                  <a:extLst>
                    <a:ext uri="{9D8B030D-6E8A-4147-A177-3AD203B41FA5}">
                      <a16:colId xmlns:a16="http://schemas.microsoft.com/office/drawing/2014/main" val="3829149455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1215253465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1835133779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2472891268"/>
                    </a:ext>
                  </a:extLst>
                </a:gridCol>
              </a:tblGrid>
              <a:tr h="610259"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err="1">
                          <a:latin typeface="Aptos"/>
                        </a:rPr>
                        <a:t>Reduces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err="1">
                          <a:latin typeface="Aptos"/>
                        </a:rPr>
                        <a:t>Complexity</a:t>
                      </a:r>
                      <a:endParaRPr lang="it-IT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dirty="0">
                          <a:latin typeface="Aptos"/>
                        </a:rPr>
                        <a:t>Highlights Key </a:t>
                      </a:r>
                      <a:r>
                        <a:rPr lang="it-IT" sz="1600" b="0" i="0" u="none" strike="noStrike" noProof="0" err="1">
                          <a:latin typeface="Aptos"/>
                        </a:rPr>
                        <a:t>Paths</a:t>
                      </a:r>
                      <a:endParaRPr lang="it-IT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err="1">
                          <a:latin typeface="Aptos"/>
                        </a:rPr>
                        <a:t>Clarifies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err="1">
                          <a:latin typeface="Aptos"/>
                        </a:rPr>
                        <a:t>Decision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Points</a:t>
                      </a:r>
                      <a:endParaRPr lang="it-IT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err="1">
                          <a:latin typeface="Aptos"/>
                        </a:rPr>
                        <a:t>Improves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err="1">
                          <a:latin typeface="Aptos"/>
                        </a:rPr>
                        <a:t>Interpretability</a:t>
                      </a:r>
                      <a:endParaRPr lang="it-IT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936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325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752C-2307-CDB9-DD54-BA59DF34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F3EEBA-3EE7-006D-7A6F-32070518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9" y="962108"/>
            <a:ext cx="10780776" cy="750383"/>
          </a:xfrm>
          <a:noFill/>
        </p:spPr>
        <p:txBody>
          <a:bodyPr rtlCol="0">
            <a:noAutofit/>
          </a:bodyPr>
          <a:lstStyle/>
          <a:p>
            <a:r>
              <a:rPr lang="it" sz="2800" b="0" dirty="0">
                <a:ea typeface="+mj-lt"/>
                <a:cs typeface="+mj-lt"/>
              </a:rPr>
              <a:t>Discovery Techniques 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 err="1"/>
              <a:t>Inductive</a:t>
            </a:r>
            <a:r>
              <a:rPr lang="it" b="0" dirty="0"/>
              <a:t> </a:t>
            </a:r>
            <a:r>
              <a:rPr lang="it" b="0" dirty="0" err="1"/>
              <a:t>Miner</a:t>
            </a:r>
            <a:r>
              <a:rPr lang="it" b="0" dirty="0"/>
              <a:t> </a:t>
            </a:r>
            <a:r>
              <a:rPr lang="it" b="0" dirty="0">
                <a:ea typeface="+mj-lt"/>
                <a:cs typeface="+mj-lt"/>
              </a:rPr>
              <a:t>on Activity-</a:t>
            </a:r>
            <a:r>
              <a:rPr lang="it" b="0" dirty="0" err="1">
                <a:ea typeface="+mj-lt"/>
                <a:cs typeface="+mj-lt"/>
              </a:rPr>
              <a:t>Filtered</a:t>
            </a:r>
            <a:r>
              <a:rPr lang="it" b="0" dirty="0">
                <a:ea typeface="+mj-lt"/>
                <a:cs typeface="+mj-lt"/>
              </a:rPr>
              <a:t> Log</a:t>
            </a:r>
            <a:endParaRPr lang="it-IT" dirty="0" err="1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592F5920-F530-1088-E470-EE4B38EE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17</a:t>
            </a:fld>
            <a:endParaRPr lang="en-US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E81F0A4-3CF2-F8F1-40A9-B1BC44597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26930"/>
              </p:ext>
            </p:extLst>
          </p:nvPr>
        </p:nvGraphicFramePr>
        <p:xfrm>
          <a:off x="364434" y="2528956"/>
          <a:ext cx="11488396" cy="61025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72099">
                  <a:extLst>
                    <a:ext uri="{9D8B030D-6E8A-4147-A177-3AD203B41FA5}">
                      <a16:colId xmlns:a16="http://schemas.microsoft.com/office/drawing/2014/main" val="3829149455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1215253465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1835133779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2472891268"/>
                    </a:ext>
                  </a:extLst>
                </a:gridCol>
              </a:tblGrid>
              <a:tr h="610259"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err="1"/>
                        <a:t>Increased</a:t>
                      </a:r>
                      <a:r>
                        <a:rPr lang="it-IT" sz="1600" b="0" i="0" u="none" strike="noStrike" noProof="0" dirty="0"/>
                        <a:t> Precision with </a:t>
                      </a:r>
                      <a:r>
                        <a:rPr lang="it-IT" sz="1600" b="0" i="0" u="none" strike="noStrike" noProof="0" err="1"/>
                        <a:t>Structure</a:t>
                      </a:r>
                      <a:endParaRPr lang="it-IT" sz="1600" b="0" i="0" u="none" strike="noStrike" noProof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err="1"/>
                        <a:t>Parallel</a:t>
                      </a:r>
                      <a:r>
                        <a:rPr lang="it-IT" sz="1600" b="0" i="0" u="none" strike="noStrike" noProof="0" dirty="0"/>
                        <a:t> and Optional </a:t>
                      </a:r>
                      <a:r>
                        <a:rPr lang="it-IT" sz="1600" b="0" i="0" u="none" strike="noStrike" noProof="0" err="1"/>
                        <a:t>Paths</a:t>
                      </a:r>
                      <a:endParaRPr lang="it-IT" sz="1600" b="0" i="0" u="none" strike="noStrike" noProof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dirty="0"/>
                        <a:t>Payment </a:t>
                      </a:r>
                      <a:r>
                        <a:rPr lang="it-IT" sz="1600" b="0" i="0" u="none" strike="noStrike" noProof="0" err="1"/>
                        <a:t>Path</a:t>
                      </a:r>
                      <a:r>
                        <a:rPr lang="it-IT" sz="1600" b="0" i="0" u="none" strike="noStrike" noProof="0" dirty="0"/>
                        <a:t> </a:t>
                      </a:r>
                      <a:r>
                        <a:rPr lang="it-IT" sz="1600" b="0" i="0" u="none" strike="noStrike" noProof="0" err="1"/>
                        <a:t>Visibility</a:t>
                      </a:r>
                      <a:endParaRPr lang="it-IT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err="1"/>
                        <a:t>Improved</a:t>
                      </a:r>
                      <a:r>
                        <a:rPr lang="it-IT" sz="1600" b="0" i="0" u="none" strike="noStrike" noProof="0" dirty="0"/>
                        <a:t> </a:t>
                      </a:r>
                      <a:r>
                        <a:rPr lang="it-IT" sz="1600" b="0" i="0" u="none" strike="noStrike" noProof="0" err="1"/>
                        <a:t>Soundness</a:t>
                      </a:r>
                      <a:endParaRPr lang="it-IT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936981"/>
                  </a:ext>
                </a:extLst>
              </a:tr>
            </a:tbl>
          </a:graphicData>
        </a:graphic>
      </p:graphicFrame>
      <p:pic>
        <p:nvPicPr>
          <p:cNvPr id="10" name="Segnaposto contenuto 9" descr="Picture 393723565, Picture">
            <a:extLst>
              <a:ext uri="{FF2B5EF4-FFF2-40B4-BE49-F238E27FC236}">
                <a16:creationId xmlns:a16="http://schemas.microsoft.com/office/drawing/2014/main" id="{A21DE574-0104-6861-9604-F96A54BCC8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9027" y="3298191"/>
            <a:ext cx="11037647" cy="3509989"/>
          </a:xfrm>
        </p:spPr>
      </p:pic>
    </p:spTree>
    <p:extLst>
      <p:ext uri="{BB962C8B-B14F-4D97-AF65-F5344CB8AC3E}">
        <p14:creationId xmlns:p14="http://schemas.microsoft.com/office/powerpoint/2010/main" val="377269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FA960-344F-8575-5AF2-B6219406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D82EA7-B315-A997-4240-EB10553B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9" y="962108"/>
            <a:ext cx="10780776" cy="750383"/>
          </a:xfrm>
          <a:noFill/>
        </p:spPr>
        <p:txBody>
          <a:bodyPr rtlCol="0">
            <a:noAutofit/>
          </a:bodyPr>
          <a:lstStyle/>
          <a:p>
            <a:r>
              <a:rPr lang="it" sz="2800" b="0" dirty="0">
                <a:ea typeface="+mj-lt"/>
                <a:cs typeface="+mj-lt"/>
              </a:rPr>
              <a:t>Discovery Techniques 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 err="1"/>
              <a:t>Heuristic</a:t>
            </a:r>
            <a:r>
              <a:rPr lang="it" b="0" dirty="0"/>
              <a:t> </a:t>
            </a:r>
            <a:r>
              <a:rPr lang="it" b="0" dirty="0" err="1"/>
              <a:t>Miner</a:t>
            </a:r>
            <a:r>
              <a:rPr lang="it" b="0" dirty="0"/>
              <a:t> </a:t>
            </a:r>
            <a:r>
              <a:rPr lang="it" b="0" dirty="0">
                <a:ea typeface="+mj-lt"/>
                <a:cs typeface="+mj-lt"/>
              </a:rPr>
              <a:t>on Activity-</a:t>
            </a:r>
            <a:r>
              <a:rPr lang="it" b="0" dirty="0" err="1">
                <a:ea typeface="+mj-lt"/>
                <a:cs typeface="+mj-lt"/>
              </a:rPr>
              <a:t>Filtered</a:t>
            </a:r>
            <a:r>
              <a:rPr lang="it" b="0" dirty="0">
                <a:ea typeface="+mj-lt"/>
                <a:cs typeface="+mj-lt"/>
              </a:rPr>
              <a:t> Log</a:t>
            </a:r>
            <a:endParaRPr lang="it-IT" dirty="0" err="1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61711FCB-982C-9436-1DF4-F8B7064F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18</a:t>
            </a:fld>
            <a:endParaRPr lang="en-US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AF81B5FA-0F5A-7CD4-E8FA-40E732D70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12499"/>
              </p:ext>
            </p:extLst>
          </p:nvPr>
        </p:nvGraphicFramePr>
        <p:xfrm>
          <a:off x="364434" y="2528956"/>
          <a:ext cx="11488396" cy="61025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72099">
                  <a:extLst>
                    <a:ext uri="{9D8B030D-6E8A-4147-A177-3AD203B41FA5}">
                      <a16:colId xmlns:a16="http://schemas.microsoft.com/office/drawing/2014/main" val="3829149455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1215253465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1835133779"/>
                    </a:ext>
                  </a:extLst>
                </a:gridCol>
                <a:gridCol w="2872099">
                  <a:extLst>
                    <a:ext uri="{9D8B030D-6E8A-4147-A177-3AD203B41FA5}">
                      <a16:colId xmlns:a16="http://schemas.microsoft.com/office/drawing/2014/main" val="2472891268"/>
                    </a:ext>
                  </a:extLst>
                </a:gridCol>
              </a:tblGrid>
              <a:tr h="610259"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dirty="0">
                          <a:latin typeface="Aptos"/>
                        </a:rPr>
                        <a:t>Rich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detail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from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noisy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dirty="0" err="1">
                          <a:latin typeface="Aptos"/>
                        </a:rPr>
                        <a:t>Visible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complexity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and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decision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dirty="0">
                          <a:latin typeface="Aptos"/>
                        </a:rPr>
                        <a:t>Insight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into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behavior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frequency</a:t>
                      </a:r>
                      <a:endParaRPr lang="it-IT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ü"/>
                      </a:pPr>
                      <a:r>
                        <a:rPr lang="it-IT" sz="1600" b="0" i="0" u="none" strike="noStrike" noProof="0" dirty="0" err="1">
                          <a:latin typeface="Aptos"/>
                        </a:rPr>
                        <a:t>Realistic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but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harder</a:t>
                      </a:r>
                      <a:r>
                        <a:rPr lang="it-IT" sz="1600" b="0" i="0" u="none" strike="noStrike" noProof="0" dirty="0">
                          <a:latin typeface="Aptos"/>
                        </a:rPr>
                        <a:t> to </a:t>
                      </a:r>
                      <a:r>
                        <a:rPr lang="it-IT" sz="1600" b="0" i="0" u="none" strike="noStrike" noProof="0" dirty="0" err="1">
                          <a:latin typeface="Aptos"/>
                        </a:rPr>
                        <a:t>interpret</a:t>
                      </a:r>
                      <a:endParaRPr lang="it-IT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936981"/>
                  </a:ext>
                </a:extLst>
              </a:tr>
            </a:tbl>
          </a:graphicData>
        </a:graphic>
      </p:graphicFrame>
      <p:pic>
        <p:nvPicPr>
          <p:cNvPr id="9" name="Segnaposto contenuto 8" descr="Picture 340966650, Picture">
            <a:extLst>
              <a:ext uri="{FF2B5EF4-FFF2-40B4-BE49-F238E27FC236}">
                <a16:creationId xmlns:a16="http://schemas.microsoft.com/office/drawing/2014/main" id="{32345942-2E82-2C39-B8D1-924BBEEA7D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4123" y="4039476"/>
            <a:ext cx="11775663" cy="1603972"/>
          </a:xfrm>
        </p:spPr>
      </p:pic>
    </p:spTree>
    <p:extLst>
      <p:ext uri="{BB962C8B-B14F-4D97-AF65-F5344CB8AC3E}">
        <p14:creationId xmlns:p14="http://schemas.microsoft.com/office/powerpoint/2010/main" val="413039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42" y="318135"/>
            <a:ext cx="10206419" cy="821627"/>
          </a:xfrm>
          <a:noFill/>
        </p:spPr>
        <p:txBody>
          <a:bodyPr rtlCol="0">
            <a:noAutofit/>
          </a:bodyPr>
          <a:lstStyle/>
          <a:p>
            <a:r>
              <a:rPr lang="it" b="0" dirty="0">
                <a:ea typeface="+mj-lt"/>
                <a:cs typeface="+mj-lt"/>
              </a:rPr>
              <a:t>Performance </a:t>
            </a:r>
            <a:r>
              <a:rPr lang="it" b="0" dirty="0" err="1">
                <a:ea typeface="+mj-lt"/>
                <a:cs typeface="+mj-lt"/>
              </a:rPr>
              <a:t>Comparison</a:t>
            </a:r>
            <a:r>
              <a:rPr lang="it" b="0" dirty="0">
                <a:ea typeface="+mj-lt"/>
                <a:cs typeface="+mj-lt"/>
              </a:rPr>
              <a:t> </a:t>
            </a:r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19</a:t>
            </a:fld>
            <a:endParaRPr lang="en-US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7A61034-ABDB-6A55-5D6C-83C49D9F6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946120"/>
              </p:ext>
            </p:extLst>
          </p:nvPr>
        </p:nvGraphicFramePr>
        <p:xfrm>
          <a:off x="623887" y="1715611"/>
          <a:ext cx="4864295" cy="202184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3232359732"/>
                    </a:ext>
                  </a:extLst>
                </a:gridCol>
                <a:gridCol w="967380">
                  <a:extLst>
                    <a:ext uri="{9D8B030D-6E8A-4147-A177-3AD203B41FA5}">
                      <a16:colId xmlns:a16="http://schemas.microsoft.com/office/drawing/2014/main" val="154056448"/>
                    </a:ext>
                  </a:extLst>
                </a:gridCol>
                <a:gridCol w="1160859">
                  <a:extLst>
                    <a:ext uri="{9D8B030D-6E8A-4147-A177-3AD203B41FA5}">
                      <a16:colId xmlns:a16="http://schemas.microsoft.com/office/drawing/2014/main" val="749685713"/>
                    </a:ext>
                  </a:extLst>
                </a:gridCol>
                <a:gridCol w="1250156">
                  <a:extLst>
                    <a:ext uri="{9D8B030D-6E8A-4147-A177-3AD203B41FA5}">
                      <a16:colId xmlns:a16="http://schemas.microsoft.com/office/drawing/2014/main" val="27536752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Fitness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Generalization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Execution</a:t>
                      </a:r>
                      <a:r>
                        <a:rPr lang="it-IT" sz="10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Time 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9481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b="1" dirty="0">
                        <a:effectLst/>
                      </a:endParaRPr>
                    </a:p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dirty="0">
                          <a:effectLst/>
                          <a:latin typeface="Arial"/>
                        </a:rPr>
                        <a:t>Alpha </a:t>
                      </a:r>
                      <a:r>
                        <a:rPr lang="it-IT" sz="1000" b="1" err="1"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 </a:t>
                      </a:r>
                      <a:endParaRPr lang="it-IT" b="1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0.76 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0.27 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0.88 s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4571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b="1" dirty="0">
                        <a:effectLst/>
                      </a:endParaRPr>
                    </a:p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effectLst/>
                          <a:latin typeface="Arial"/>
                        </a:rPr>
                        <a:t>Inductive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 </a:t>
                      </a:r>
                      <a:r>
                        <a:rPr lang="it-IT" sz="1000" b="1" err="1"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 </a:t>
                      </a:r>
                      <a:endParaRPr lang="it-IT" b="1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1.00 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0.52 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0.46 s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299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b="1" dirty="0">
                        <a:effectLst/>
                      </a:endParaRPr>
                    </a:p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effectLst/>
                          <a:latin typeface="Arial"/>
                        </a:rPr>
                        <a:t>Heuristic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 </a:t>
                      </a:r>
                      <a:r>
                        <a:rPr lang="it-IT" sz="1000" b="1" err="1"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 </a:t>
                      </a:r>
                      <a:endParaRPr lang="it-IT" b="1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0.97 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0.52 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1.63s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60507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A8A45EB-D94C-CC3D-A2B4-EEB56D8E2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266085"/>
              </p:ext>
            </p:extLst>
          </p:nvPr>
        </p:nvGraphicFramePr>
        <p:xfrm>
          <a:off x="3056110" y="3959949"/>
          <a:ext cx="8381643" cy="2022395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1193267">
                  <a:extLst>
                    <a:ext uri="{9D8B030D-6E8A-4147-A177-3AD203B41FA5}">
                      <a16:colId xmlns:a16="http://schemas.microsoft.com/office/drawing/2014/main" val="1782026786"/>
                    </a:ext>
                  </a:extLst>
                </a:gridCol>
                <a:gridCol w="903768">
                  <a:extLst>
                    <a:ext uri="{9D8B030D-6E8A-4147-A177-3AD203B41FA5}">
                      <a16:colId xmlns:a16="http://schemas.microsoft.com/office/drawing/2014/main" val="1233095611"/>
                    </a:ext>
                  </a:extLst>
                </a:gridCol>
                <a:gridCol w="673997">
                  <a:extLst>
                    <a:ext uri="{9D8B030D-6E8A-4147-A177-3AD203B41FA5}">
                      <a16:colId xmlns:a16="http://schemas.microsoft.com/office/drawing/2014/main" val="2685595604"/>
                    </a:ext>
                  </a:extLst>
                </a:gridCol>
                <a:gridCol w="5610611">
                  <a:extLst>
                    <a:ext uri="{9D8B030D-6E8A-4147-A177-3AD203B41FA5}">
                      <a16:colId xmlns:a16="http://schemas.microsoft.com/office/drawing/2014/main" val="1175042745"/>
                    </a:ext>
                  </a:extLst>
                </a:gridCol>
              </a:tblGrid>
              <a:tr h="50601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Transitions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Places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Simplicity</a:t>
                      </a:r>
                      <a:r>
                        <a:rPr lang="it-IT" sz="10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(</a:t>
                      </a:r>
                      <a:r>
                        <a:rPr lang="it-IT" sz="10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Interpretation</a:t>
                      </a:r>
                      <a:r>
                        <a:rPr lang="it-IT" sz="10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)</a:t>
                      </a:r>
                      <a:r>
                        <a:rPr lang="it-IT" sz="100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798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>
                        <a:effectLst/>
                      </a:endParaRPr>
                    </a:p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dirty="0">
                          <a:effectLst/>
                          <a:latin typeface="Arial"/>
                        </a:rPr>
                        <a:t>Alpha </a:t>
                      </a:r>
                      <a:r>
                        <a:rPr lang="it-IT" sz="1000" b="1" dirty="0" err="1"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dirty="0">
                          <a:effectLst/>
                          <a:latin typeface="Arial"/>
                        </a:rPr>
                        <a:t> </a:t>
                      </a:r>
                      <a:endParaRPr lang="it-IT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8 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8 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effectLst/>
                          <a:latin typeface="Arial"/>
                        </a:rPr>
                        <a:t>Most simple and compact</a:t>
                      </a: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  <a:latin typeface="Arial"/>
                        </a:rPr>
                        <a:t> model; very easy to understand but may miss complex behaviors. </a:t>
                      </a:r>
                      <a:endParaRPr lang="en-US" dirty="0">
                        <a:solidFill>
                          <a:srgbClr val="00B05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250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>
                        <a:effectLst/>
                      </a:endParaRPr>
                    </a:p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dirty="0" err="1">
                          <a:effectLst/>
                          <a:latin typeface="Arial"/>
                        </a:rPr>
                        <a:t>Inductive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 </a:t>
                      </a:r>
                      <a:r>
                        <a:rPr lang="it-IT" sz="1000" b="1" dirty="0" err="1"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dirty="0">
                          <a:effectLst/>
                          <a:latin typeface="Arial"/>
                        </a:rPr>
                        <a:t> </a:t>
                      </a:r>
                      <a:endParaRPr lang="it-IT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20 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16 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Balanced; captures more process behavior while still maintaining moderate complexity.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099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it-IT">
                        <a:effectLst/>
                      </a:endParaRPr>
                    </a:p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it-IT" sz="1000" b="1" dirty="0" err="1">
                          <a:effectLst/>
                          <a:latin typeface="Arial"/>
                        </a:rPr>
                        <a:t>Heuristic</a:t>
                      </a:r>
                      <a:r>
                        <a:rPr lang="it-IT" sz="1000" b="1" dirty="0">
                          <a:effectLst/>
                          <a:latin typeface="Arial"/>
                        </a:rPr>
                        <a:t> </a:t>
                      </a:r>
                      <a:r>
                        <a:rPr lang="it-IT" sz="1000" b="1" dirty="0" err="1">
                          <a:effectLst/>
                          <a:latin typeface="Arial"/>
                        </a:rPr>
                        <a:t>Miner</a:t>
                      </a:r>
                      <a:r>
                        <a:rPr lang="it-IT" sz="1000" dirty="0">
                          <a:effectLst/>
                          <a:latin typeface="Arial"/>
                        </a:rPr>
                        <a:t> </a:t>
                      </a:r>
                      <a:endParaRPr lang="it-IT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35 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Arial"/>
                        </a:rPr>
                        <a:t>27 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Most complex model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; likely to capture detailed and noisy behaviors, harder to interpret. 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070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F64C-FCC6-30FC-33F7-202A70DF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77023-BECD-B275-92E1-CA84197A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61" y="365760"/>
            <a:ext cx="10494550" cy="762096"/>
          </a:xfrm>
        </p:spPr>
        <p:txBody>
          <a:bodyPr rtlCol="0" anchor="b">
            <a:normAutofit/>
          </a:bodyPr>
          <a:lstStyle/>
          <a:p>
            <a:r>
              <a:rPr lang="it" b="0" dirty="0" err="1"/>
              <a:t>Process</a:t>
            </a:r>
            <a:r>
              <a:rPr lang="it" b="0"/>
              <a:t> Tree </a:t>
            </a:r>
          </a:p>
        </p:txBody>
      </p:sp>
      <p:pic>
        <p:nvPicPr>
          <p:cNvPr id="12" name="Segnaposto contenuto 11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B6715B4B-3E6D-1660-6A1F-D27F8B795F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7998" y="2050916"/>
            <a:ext cx="10704098" cy="4378561"/>
          </a:xfrm>
          <a:noFill/>
        </p:spPr>
      </p:pic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1D47137-CD74-4ABC-F83F-6F2FAD42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sz="90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50D21F7-D795-1871-7C03-F8EC45AC0172}"/>
              </a:ext>
            </a:extLst>
          </p:cNvPr>
          <p:cNvSpPr txBox="1"/>
          <p:nvPr/>
        </p:nvSpPr>
        <p:spPr>
          <a:xfrm>
            <a:off x="6531959" y="982025"/>
            <a:ext cx="385370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ea typeface="+mn-lt"/>
                <a:cs typeface="+mn-lt"/>
              </a:rPr>
              <a:t>Provides</a:t>
            </a:r>
            <a:r>
              <a:rPr lang="it-IT" sz="2400" dirty="0">
                <a:ea typeface="+mn-lt"/>
                <a:cs typeface="+mn-lt"/>
              </a:rPr>
              <a:t> a </a:t>
            </a:r>
            <a:r>
              <a:rPr lang="it-IT" sz="2400" err="1">
                <a:ea typeface="+mn-lt"/>
                <a:cs typeface="+mn-lt"/>
              </a:rPr>
              <a:t>block-structured</a:t>
            </a:r>
            <a:r>
              <a:rPr lang="it-IT" sz="2400" dirty="0">
                <a:ea typeface="+mn-lt"/>
                <a:cs typeface="+mn-lt"/>
              </a:rPr>
              <a:t> model, </a:t>
            </a:r>
            <a:r>
              <a:rPr lang="it-IT" sz="2400" err="1">
                <a:ea typeface="+mn-lt"/>
                <a:cs typeface="+mn-lt"/>
              </a:rPr>
              <a:t>where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each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node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corresponds</a:t>
            </a:r>
            <a:r>
              <a:rPr lang="it-IT" sz="2400" dirty="0">
                <a:ea typeface="+mn-lt"/>
                <a:cs typeface="+mn-lt"/>
              </a:rPr>
              <a:t> to an operator (</a:t>
            </a:r>
            <a:r>
              <a:rPr lang="it-IT" sz="2400" err="1">
                <a:ea typeface="+mn-lt"/>
                <a:cs typeface="+mn-lt"/>
              </a:rPr>
              <a:t>sequence</a:t>
            </a:r>
            <a:r>
              <a:rPr lang="it-IT" sz="2400" dirty="0">
                <a:ea typeface="+mn-lt"/>
                <a:cs typeface="+mn-lt"/>
              </a:rPr>
              <a:t>, </a:t>
            </a:r>
            <a:r>
              <a:rPr lang="it-IT" sz="2400" err="1">
                <a:ea typeface="+mn-lt"/>
                <a:cs typeface="+mn-lt"/>
              </a:rPr>
              <a:t>choice</a:t>
            </a:r>
            <a:r>
              <a:rPr lang="it-IT" sz="2400" dirty="0">
                <a:ea typeface="+mn-lt"/>
                <a:cs typeface="+mn-lt"/>
              </a:rPr>
              <a:t>, </a:t>
            </a:r>
            <a:r>
              <a:rPr lang="it-IT" sz="2400" err="1">
                <a:ea typeface="+mn-lt"/>
                <a:cs typeface="+mn-lt"/>
              </a:rPr>
              <a:t>parallelism</a:t>
            </a:r>
            <a:r>
              <a:rPr lang="it-IT" sz="2400" dirty="0">
                <a:ea typeface="+mn-lt"/>
                <a:cs typeface="+mn-lt"/>
              </a:rPr>
              <a:t>), and the </a:t>
            </a:r>
            <a:r>
              <a:rPr lang="it-IT" sz="2400" err="1">
                <a:ea typeface="+mn-lt"/>
                <a:cs typeface="+mn-lt"/>
              </a:rPr>
              <a:t>leaves</a:t>
            </a:r>
            <a:r>
              <a:rPr lang="it-IT" sz="2400" dirty="0">
                <a:ea typeface="+mn-lt"/>
                <a:cs typeface="+mn-lt"/>
              </a:rPr>
              <a:t> are the </a:t>
            </a:r>
            <a:r>
              <a:rPr lang="it-IT" sz="2400" err="1">
                <a:ea typeface="+mn-lt"/>
                <a:cs typeface="+mn-lt"/>
              </a:rPr>
              <a:t>actual</a:t>
            </a:r>
            <a:r>
              <a:rPr lang="it-IT" sz="2400" dirty="0">
                <a:ea typeface="+mn-lt"/>
                <a:cs typeface="+mn-lt"/>
              </a:rPr>
              <a:t> activities.</a:t>
            </a:r>
            <a:endParaRPr lang="it-IT" sz="2400"/>
          </a:p>
        </p:txBody>
      </p:sp>
    </p:spTree>
    <p:extLst>
      <p:ext uri="{BB962C8B-B14F-4D97-AF65-F5344CB8AC3E}">
        <p14:creationId xmlns:p14="http://schemas.microsoft.com/office/powerpoint/2010/main" val="416767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32" y="10160"/>
            <a:ext cx="10277856" cy="1319784"/>
          </a:xfrm>
        </p:spPr>
        <p:txBody>
          <a:bodyPr rtlCol="0" anchor="b">
            <a:normAutofit/>
          </a:bodyPr>
          <a:lstStyle/>
          <a:p>
            <a:r>
              <a:rPr lang="it" b="0" err="1"/>
              <a:t>Observation</a:t>
            </a:r>
            <a:endParaRPr lang="it-IT" dirty="0" err="1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D91ACA3-A1BD-A5E7-0077-59895A44D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32" y="2012696"/>
            <a:ext cx="4518007" cy="3907100"/>
          </a:xfrm>
        </p:spPr>
        <p:txBody>
          <a:bodyPr/>
          <a:lstStyle/>
          <a:p>
            <a:r>
              <a:rPr lang="en-US" sz="2400" dirty="0">
                <a:ea typeface="+mn-lt"/>
                <a:cs typeface="+mn-lt"/>
              </a:rPr>
              <a:t>Dominant Process Flow</a:t>
            </a:r>
            <a:endParaRPr lang="it-IT" sz="2400"/>
          </a:p>
          <a:p>
            <a:r>
              <a:rPr lang="en-US" sz="2400" dirty="0">
                <a:ea typeface="+mn-lt"/>
                <a:cs typeface="+mn-lt"/>
              </a:rPr>
              <a:t>Rare Appeal Behavior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Escalation Due to Non-Payment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Impact of Log Filtering</a:t>
            </a:r>
            <a:endParaRPr lang="en-US" sz="2400" dirty="0"/>
          </a:p>
          <a:p>
            <a:endParaRPr lang="en-US" dirty="0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sz="900"/>
          </a:p>
        </p:txBody>
      </p:sp>
      <p:sp>
        <p:nvSpPr>
          <p:cNvPr id="92" name="CasellaDiTesto 91">
            <a:extLst>
              <a:ext uri="{FF2B5EF4-FFF2-40B4-BE49-F238E27FC236}">
                <a16:creationId xmlns:a16="http://schemas.microsoft.com/office/drawing/2014/main" id="{4DB84800-8666-C6DB-B115-B8FBAADFD0F3}"/>
              </a:ext>
            </a:extLst>
          </p:cNvPr>
          <p:cNvSpPr txBox="1"/>
          <p:nvPr/>
        </p:nvSpPr>
        <p:spPr>
          <a:xfrm>
            <a:off x="5753098" y="2016579"/>
            <a:ext cx="6368142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3126A"/>
                </a:solidFill>
              </a:rPr>
              <a:t>Model Performance &amp; Quality</a:t>
            </a:r>
            <a:endParaRPr lang="en-US" sz="2400">
              <a:solidFill>
                <a:srgbClr val="03126A"/>
              </a:solidFill>
            </a:endParaRPr>
          </a:p>
          <a:p>
            <a:r>
              <a:rPr lang="en-US" b="1" dirty="0">
                <a:solidFill>
                  <a:srgbClr val="03126A"/>
                </a:solidFill>
                <a:ea typeface="+mn-lt"/>
                <a:cs typeface="+mn-lt"/>
              </a:rPr>
              <a:t>Alpha Miner</a:t>
            </a:r>
            <a:endParaRPr lang="en-US" b="1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Execution time (0.88s).</a:t>
            </a:r>
            <a:endParaRPr lang="en-US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Limited expressiveness and adaptability, particularly for handling noise or infrequent paths. </a:t>
            </a:r>
            <a:endParaRPr lang="en-US" dirty="0"/>
          </a:p>
          <a:p>
            <a:endParaRPr lang="en-US"/>
          </a:p>
          <a:p>
            <a:r>
              <a:rPr lang="en-US" b="1" dirty="0">
                <a:solidFill>
                  <a:srgbClr val="03126A"/>
                </a:solidFill>
                <a:ea typeface="+mn-lt"/>
                <a:cs typeface="+mn-lt"/>
              </a:rPr>
              <a:t>Inductive Miner</a:t>
            </a:r>
            <a:endParaRPr lang="en-US" b="1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The fastest (0.46s).</a:t>
            </a:r>
            <a:endParaRPr lang="en-US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Good balance of fitness, and simplicity Ideal for structured processes like this.</a:t>
            </a:r>
            <a:endParaRPr lang="en-US" dirty="0"/>
          </a:p>
          <a:p>
            <a:endParaRPr lang="en-US"/>
          </a:p>
          <a:p>
            <a:r>
              <a:rPr lang="en-US" b="1" dirty="0">
                <a:solidFill>
                  <a:srgbClr val="03126A"/>
                </a:solidFill>
                <a:ea typeface="+mn-lt"/>
                <a:cs typeface="+mn-lt"/>
              </a:rPr>
              <a:t>Heuristic Miner</a:t>
            </a:r>
            <a:endParaRPr lang="en-US" b="1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Slower (1.63s).</a:t>
            </a:r>
            <a:endParaRPr lang="en-US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Handled complexity well.</a:t>
            </a:r>
            <a:endParaRPr lang="en-US" dirty="0"/>
          </a:p>
          <a:p>
            <a:pPr marL="342900" indent="-342900">
              <a:buFont typeface="Wingdings"/>
              <a:buChar char="ü"/>
            </a:pPr>
            <a:r>
              <a:rPr lang="en-US" dirty="0">
                <a:solidFill>
                  <a:srgbClr val="03126A"/>
                </a:solidFill>
                <a:ea typeface="+mn-lt"/>
                <a:cs typeface="+mn-lt"/>
              </a:rPr>
              <a:t>    More robust against noise and minor variants.</a:t>
            </a:r>
            <a:r>
              <a:rPr lang="en-US" sz="2000" dirty="0">
                <a:solidFill>
                  <a:srgbClr val="03126A"/>
                </a:solidFill>
                <a:ea typeface="+mn-lt"/>
                <a:cs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rtlCol="0" anchor="b">
            <a:noAutofit/>
          </a:bodyPr>
          <a:lstStyle/>
          <a:p>
            <a:r>
              <a:rPr lang="it" b="0" dirty="0" err="1">
                <a:ea typeface="+mj-lt"/>
                <a:cs typeface="+mj-lt"/>
              </a:rPr>
              <a:t>Modeling</a:t>
            </a:r>
            <a:r>
              <a:rPr lang="it" b="0" dirty="0">
                <a:ea typeface="+mj-lt"/>
                <a:cs typeface="+mj-lt"/>
              </a:rPr>
              <a:t> and Evaluation </a:t>
            </a:r>
            <a:endParaRPr lang="it-IT" dirty="0"/>
          </a:p>
        </p:txBody>
      </p:sp>
      <p:sp>
        <p:nvSpPr>
          <p:cNvPr id="4" name="Titolo 4">
            <a:extLst>
              <a:ext uri="{FF2B5EF4-FFF2-40B4-BE49-F238E27FC236}">
                <a16:creationId xmlns:a16="http://schemas.microsoft.com/office/drawing/2014/main" id="{7E3F9BB9-14D2-2663-5D23-EA322B84CF39}"/>
              </a:ext>
            </a:extLst>
          </p:cNvPr>
          <p:cNvSpPr txBox="1">
            <a:spLocks/>
          </p:cNvSpPr>
          <p:nvPr/>
        </p:nvSpPr>
        <p:spPr>
          <a:xfrm>
            <a:off x="1242083" y="2682589"/>
            <a:ext cx="9912096" cy="229041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3200" b="0" dirty="0">
                <a:ea typeface="+mj-lt"/>
                <a:cs typeface="+mj-lt"/>
              </a:rPr>
              <a:t>A model to </a:t>
            </a:r>
            <a:r>
              <a:rPr lang="it" sz="3200" b="0" err="1">
                <a:ea typeface="+mj-lt"/>
                <a:cs typeface="+mj-lt"/>
              </a:rPr>
              <a:t>predict</a:t>
            </a:r>
            <a:r>
              <a:rPr lang="it" sz="3200" b="0" dirty="0">
                <a:ea typeface="+mj-lt"/>
                <a:cs typeface="+mj-lt"/>
              </a:rPr>
              <a:t> the </a:t>
            </a:r>
            <a:r>
              <a:rPr lang="it" sz="3200" b="0" err="1">
                <a:ea typeface="+mj-lt"/>
                <a:cs typeface="+mj-lt"/>
              </a:rPr>
              <a:t>final</a:t>
            </a:r>
            <a:r>
              <a:rPr lang="it" sz="3200" b="0" dirty="0">
                <a:ea typeface="+mj-lt"/>
                <a:cs typeface="+mj-lt"/>
              </a:rPr>
              <a:t> </a:t>
            </a:r>
            <a:r>
              <a:rPr lang="it" sz="3200" b="0" err="1">
                <a:ea typeface="+mj-lt"/>
                <a:cs typeface="+mj-lt"/>
              </a:rPr>
              <a:t>outcome</a:t>
            </a:r>
            <a:r>
              <a:rPr lang="it" sz="3200" b="0" dirty="0">
                <a:ea typeface="+mj-lt"/>
                <a:cs typeface="+mj-lt"/>
              </a:rPr>
              <a:t> of a case </a:t>
            </a:r>
            <a:r>
              <a:rPr lang="it" sz="3200" b="0" err="1">
                <a:ea typeface="+mj-lt"/>
                <a:cs typeface="+mj-lt"/>
              </a:rPr>
              <a:t>based</a:t>
            </a:r>
            <a:r>
              <a:rPr lang="it" sz="3200" b="0" dirty="0">
                <a:ea typeface="+mj-lt"/>
                <a:cs typeface="+mj-lt"/>
              </a:rPr>
              <a:t> on </a:t>
            </a:r>
            <a:r>
              <a:rPr lang="it" sz="3200" b="0" err="1">
                <a:ea typeface="+mj-lt"/>
                <a:cs typeface="+mj-lt"/>
              </a:rPr>
              <a:t>historical</a:t>
            </a:r>
            <a:r>
              <a:rPr lang="it" sz="3200" b="0" dirty="0">
                <a:ea typeface="+mj-lt"/>
                <a:cs typeface="+mj-lt"/>
              </a:rPr>
              <a:t> event patterns. </a:t>
            </a:r>
          </a:p>
          <a:p>
            <a:endParaRPr lang="it" sz="3200" b="0" dirty="0">
              <a:ea typeface="+mj-lt"/>
              <a:cs typeface="+mj-lt"/>
            </a:endParaRPr>
          </a:p>
          <a:p>
            <a:r>
              <a:rPr lang="it" sz="2400" b="0" dirty="0">
                <a:ea typeface="+mj-lt"/>
                <a:cs typeface="+mj-lt"/>
              </a:rPr>
              <a:t>How can </a:t>
            </a:r>
            <a:r>
              <a:rPr lang="it" sz="2400" b="0" err="1">
                <a:ea typeface="+mj-lt"/>
                <a:cs typeface="+mj-lt"/>
              </a:rPr>
              <a:t>we</a:t>
            </a:r>
            <a:r>
              <a:rPr lang="it" sz="2400" b="0" dirty="0">
                <a:ea typeface="+mj-lt"/>
                <a:cs typeface="+mj-lt"/>
              </a:rPr>
              <a:t> </a:t>
            </a:r>
            <a:r>
              <a:rPr lang="it" sz="2400" b="0" err="1">
                <a:ea typeface="+mj-lt"/>
                <a:cs typeface="+mj-lt"/>
              </a:rPr>
              <a:t>develop</a:t>
            </a:r>
            <a:r>
              <a:rPr lang="it" sz="2400" b="0" dirty="0">
                <a:ea typeface="+mj-lt"/>
                <a:cs typeface="+mj-lt"/>
              </a:rPr>
              <a:t> a </a:t>
            </a:r>
            <a:r>
              <a:rPr lang="it" sz="2400" b="0" err="1">
                <a:ea typeface="+mj-lt"/>
                <a:cs typeface="+mj-lt"/>
              </a:rPr>
              <a:t>predictive</a:t>
            </a:r>
            <a:r>
              <a:rPr lang="it" sz="2400" b="0" dirty="0">
                <a:ea typeface="+mj-lt"/>
                <a:cs typeface="+mj-lt"/>
              </a:rPr>
              <a:t> model </a:t>
            </a:r>
            <a:r>
              <a:rPr lang="it" sz="2400" b="0" err="1">
                <a:ea typeface="+mj-lt"/>
                <a:cs typeface="+mj-lt"/>
              </a:rPr>
              <a:t>that</a:t>
            </a:r>
            <a:r>
              <a:rPr lang="it" sz="2400" b="0" dirty="0">
                <a:ea typeface="+mj-lt"/>
                <a:cs typeface="+mj-lt"/>
              </a:rPr>
              <a:t> </a:t>
            </a:r>
            <a:r>
              <a:rPr lang="it" sz="2400" b="0" err="1">
                <a:ea typeface="+mj-lt"/>
                <a:cs typeface="+mj-lt"/>
              </a:rPr>
              <a:t>identifies</a:t>
            </a:r>
            <a:r>
              <a:rPr lang="it" sz="2400" b="0" dirty="0">
                <a:ea typeface="+mj-lt"/>
                <a:cs typeface="+mj-lt"/>
              </a:rPr>
              <a:t> </a:t>
            </a:r>
            <a:r>
              <a:rPr lang="it" sz="2400" b="0" err="1">
                <a:ea typeface="+mj-lt"/>
                <a:cs typeface="+mj-lt"/>
              </a:rPr>
              <a:t>all</a:t>
            </a:r>
            <a:r>
              <a:rPr lang="it" sz="2400" b="0" dirty="0">
                <a:ea typeface="+mj-lt"/>
                <a:cs typeface="+mj-lt"/>
              </a:rPr>
              <a:t> </a:t>
            </a:r>
            <a:r>
              <a:rPr lang="it" sz="2400" b="0" err="1">
                <a:ea typeface="+mj-lt"/>
                <a:cs typeface="+mj-lt"/>
              </a:rPr>
              <a:t>possible</a:t>
            </a:r>
            <a:r>
              <a:rPr lang="it" sz="2400" b="0" dirty="0">
                <a:ea typeface="+mj-lt"/>
                <a:cs typeface="+mj-lt"/>
              </a:rPr>
              <a:t> </a:t>
            </a:r>
            <a:r>
              <a:rPr lang="it" sz="2400" b="0" err="1">
                <a:ea typeface="+mj-lt"/>
                <a:cs typeface="+mj-lt"/>
              </a:rPr>
              <a:t>final</a:t>
            </a:r>
            <a:r>
              <a:rPr lang="it" sz="2400" b="0" dirty="0">
                <a:ea typeface="+mj-lt"/>
                <a:cs typeface="+mj-lt"/>
              </a:rPr>
              <a:t> </a:t>
            </a:r>
            <a:r>
              <a:rPr lang="it" sz="2400" b="0" err="1">
                <a:ea typeface="+mj-lt"/>
                <a:cs typeface="+mj-lt"/>
              </a:rPr>
              <a:t>outcomes</a:t>
            </a:r>
            <a:r>
              <a:rPr lang="it" sz="2400" b="0" dirty="0">
                <a:ea typeface="+mj-lt"/>
                <a:cs typeface="+mj-lt"/>
              </a:rPr>
              <a:t> of a </a:t>
            </a:r>
            <a:r>
              <a:rPr lang="it" sz="2400" b="0" err="1">
                <a:ea typeface="+mj-lt"/>
                <a:cs typeface="+mj-lt"/>
              </a:rPr>
              <a:t>traffic</a:t>
            </a:r>
            <a:r>
              <a:rPr lang="it" sz="2400" b="0" dirty="0">
                <a:ea typeface="+mj-lt"/>
                <a:cs typeface="+mj-lt"/>
              </a:rPr>
              <a:t> fine case</a:t>
            </a:r>
            <a:endParaRPr lang="it" sz="2400" dirty="0"/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32" y="365760"/>
            <a:ext cx="10846816" cy="943864"/>
          </a:xfrm>
          <a:noFill/>
        </p:spPr>
        <p:txBody>
          <a:bodyPr rtlCol="0">
            <a:noAutofit/>
          </a:bodyPr>
          <a:lstStyle/>
          <a:p>
            <a:r>
              <a:rPr lang="it" b="0" dirty="0">
                <a:ea typeface="+mj-lt"/>
                <a:cs typeface="+mj-lt"/>
              </a:rPr>
              <a:t>Data </a:t>
            </a:r>
            <a:r>
              <a:rPr lang="it" b="0" dirty="0" err="1">
                <a:ea typeface="+mj-lt"/>
                <a:cs typeface="+mj-lt"/>
              </a:rPr>
              <a:t>Preprocessing</a:t>
            </a:r>
            <a:r>
              <a:rPr lang="it" b="0" dirty="0">
                <a:ea typeface="+mj-lt"/>
                <a:cs typeface="+mj-lt"/>
              </a:rPr>
              <a:t> and Feature Engineering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AEAF320-61B9-87FA-4DF5-7C3B0DC1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23</a:t>
            </a:fld>
            <a:endParaRPr lang="en-US" dirty="0"/>
          </a:p>
        </p:txBody>
      </p:sp>
      <p:sp>
        <p:nvSpPr>
          <p:cNvPr id="12" name="Segnaposto contenuto 7">
            <a:extLst>
              <a:ext uri="{FF2B5EF4-FFF2-40B4-BE49-F238E27FC236}">
                <a16:creationId xmlns:a16="http://schemas.microsoft.com/office/drawing/2014/main" id="{BB04D87A-C226-A97D-47E1-AECF97D424E0}"/>
              </a:ext>
            </a:extLst>
          </p:cNvPr>
          <p:cNvSpPr txBox="1">
            <a:spLocks/>
          </p:cNvSpPr>
          <p:nvPr/>
        </p:nvSpPr>
        <p:spPr>
          <a:xfrm>
            <a:off x="596172" y="1718056"/>
            <a:ext cx="5124924" cy="461378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" sz="2400" dirty="0">
                <a:ea typeface="+mn-lt"/>
                <a:cs typeface="+mn-lt"/>
              </a:rPr>
              <a:t>Sort Events by </a:t>
            </a:r>
            <a:r>
              <a:rPr lang="it" sz="2400" err="1">
                <a:ea typeface="+mn-lt"/>
                <a:cs typeface="+mn-lt"/>
              </a:rPr>
              <a:t>Timestamp</a:t>
            </a:r>
            <a:endParaRPr lang="it" sz="2400">
              <a:ea typeface="+mn-lt"/>
              <a:cs typeface="+mn-lt"/>
            </a:endParaRPr>
          </a:p>
          <a:p>
            <a:r>
              <a:rPr lang="it" sz="1600" dirty="0" err="1">
                <a:ea typeface="+mn-lt"/>
                <a:cs typeface="+mn-lt"/>
              </a:rPr>
              <a:t>Ensures</a:t>
            </a:r>
            <a:r>
              <a:rPr lang="it" sz="1600" dirty="0">
                <a:ea typeface="+mn-lt"/>
                <a:cs typeface="+mn-lt"/>
              </a:rPr>
              <a:t> events are </a:t>
            </a:r>
            <a:r>
              <a:rPr lang="it" sz="1600" dirty="0" err="1">
                <a:ea typeface="+mn-lt"/>
                <a:cs typeface="+mn-lt"/>
              </a:rPr>
              <a:t>ordered</a:t>
            </a:r>
            <a:r>
              <a:rPr lang="it" sz="1600" dirty="0">
                <a:ea typeface="+mn-lt"/>
                <a:cs typeface="+mn-lt"/>
              </a:rPr>
              <a:t> </a:t>
            </a:r>
            <a:r>
              <a:rPr lang="it" sz="1600" dirty="0" err="1">
                <a:ea typeface="+mn-lt"/>
                <a:cs typeface="+mn-lt"/>
              </a:rPr>
              <a:t>within</a:t>
            </a:r>
            <a:r>
              <a:rPr lang="it" sz="1600" dirty="0">
                <a:ea typeface="+mn-lt"/>
                <a:cs typeface="+mn-lt"/>
              </a:rPr>
              <a:t> </a:t>
            </a:r>
            <a:r>
              <a:rPr lang="it" sz="1600" dirty="0" err="1">
                <a:ea typeface="+mn-lt"/>
                <a:cs typeface="+mn-lt"/>
              </a:rPr>
              <a:t>each</a:t>
            </a:r>
            <a:r>
              <a:rPr lang="it" sz="1600" dirty="0">
                <a:ea typeface="+mn-lt"/>
                <a:cs typeface="+mn-lt"/>
              </a:rPr>
              <a:t> case</a:t>
            </a:r>
          </a:p>
          <a:p>
            <a:r>
              <a:rPr lang="it" sz="2400" dirty="0">
                <a:ea typeface="+mn-lt"/>
                <a:cs typeface="+mn-lt"/>
              </a:rPr>
              <a:t>Group by Case</a:t>
            </a:r>
            <a:endParaRPr lang="it" dirty="0"/>
          </a:p>
          <a:p>
            <a:r>
              <a:rPr lang="it" sz="1600" dirty="0">
                <a:ea typeface="+mn-lt"/>
                <a:cs typeface="+mn-lt"/>
              </a:rPr>
              <a:t>Groups </a:t>
            </a:r>
            <a:r>
              <a:rPr lang="it" sz="1600" dirty="0" err="1">
                <a:ea typeface="+mn-lt"/>
                <a:cs typeface="+mn-lt"/>
              </a:rPr>
              <a:t>all</a:t>
            </a:r>
            <a:r>
              <a:rPr lang="it" sz="1600" dirty="0">
                <a:ea typeface="+mn-lt"/>
                <a:cs typeface="+mn-lt"/>
              </a:rPr>
              <a:t> events </a:t>
            </a:r>
            <a:r>
              <a:rPr lang="it" sz="1600" dirty="0" err="1">
                <a:ea typeface="+mn-lt"/>
                <a:cs typeface="+mn-lt"/>
              </a:rPr>
              <a:t>belonging</a:t>
            </a:r>
            <a:r>
              <a:rPr lang="it" sz="1600" dirty="0">
                <a:ea typeface="+mn-lt"/>
                <a:cs typeface="+mn-lt"/>
              </a:rPr>
              <a:t> to the </a:t>
            </a:r>
            <a:r>
              <a:rPr lang="it" sz="1600" dirty="0" err="1">
                <a:ea typeface="+mn-lt"/>
                <a:cs typeface="+mn-lt"/>
              </a:rPr>
              <a:t>same</a:t>
            </a:r>
            <a:r>
              <a:rPr lang="it" sz="1600" dirty="0">
                <a:ea typeface="+mn-lt"/>
                <a:cs typeface="+mn-lt"/>
              </a:rPr>
              <a:t> case</a:t>
            </a:r>
            <a:endParaRPr lang="it" dirty="0">
              <a:ea typeface="+mn-lt"/>
              <a:cs typeface="+mn-lt"/>
            </a:endParaRPr>
          </a:p>
          <a:p>
            <a:r>
              <a:rPr lang="it" sz="2400" dirty="0" err="1">
                <a:ea typeface="+mn-lt"/>
                <a:cs typeface="+mn-lt"/>
              </a:rPr>
              <a:t>Flatten</a:t>
            </a:r>
            <a:r>
              <a:rPr lang="it" sz="2400" dirty="0">
                <a:ea typeface="+mn-lt"/>
                <a:cs typeface="+mn-lt"/>
              </a:rPr>
              <a:t> Multi-Index </a:t>
            </a:r>
            <a:r>
              <a:rPr lang="it" sz="2400" dirty="0" err="1">
                <a:ea typeface="+mn-lt"/>
                <a:cs typeface="+mn-lt"/>
              </a:rPr>
              <a:t>Columns</a:t>
            </a:r>
            <a:endParaRPr lang="it" dirty="0"/>
          </a:p>
          <a:p>
            <a:r>
              <a:rPr lang="it" sz="1600" dirty="0" err="1">
                <a:ea typeface="+mn-lt"/>
                <a:cs typeface="+mn-lt"/>
              </a:rPr>
              <a:t>Converts</a:t>
            </a:r>
            <a:r>
              <a:rPr lang="it" sz="1600" dirty="0">
                <a:ea typeface="+mn-lt"/>
                <a:cs typeface="+mn-lt"/>
              </a:rPr>
              <a:t> multi-</a:t>
            </a:r>
            <a:r>
              <a:rPr lang="it" sz="1600" dirty="0" err="1">
                <a:ea typeface="+mn-lt"/>
                <a:cs typeface="+mn-lt"/>
              </a:rPr>
              <a:t>level</a:t>
            </a:r>
            <a:r>
              <a:rPr lang="it" sz="1600" dirty="0">
                <a:ea typeface="+mn-lt"/>
                <a:cs typeface="+mn-lt"/>
              </a:rPr>
              <a:t> </a:t>
            </a:r>
            <a:r>
              <a:rPr lang="it" sz="1600" dirty="0" err="1">
                <a:ea typeface="+mn-lt"/>
                <a:cs typeface="+mn-lt"/>
              </a:rPr>
              <a:t>column</a:t>
            </a:r>
            <a:r>
              <a:rPr lang="it" sz="1600" dirty="0">
                <a:ea typeface="+mn-lt"/>
                <a:cs typeface="+mn-lt"/>
              </a:rPr>
              <a:t> names. </a:t>
            </a:r>
          </a:p>
          <a:p>
            <a:r>
              <a:rPr lang="it" sz="2400" dirty="0" err="1">
                <a:ea typeface="+mn-lt"/>
                <a:cs typeface="+mn-lt"/>
              </a:rPr>
              <a:t>Calculate</a:t>
            </a:r>
            <a:r>
              <a:rPr lang="it" sz="2400" dirty="0">
                <a:ea typeface="+mn-lt"/>
                <a:cs typeface="+mn-lt"/>
              </a:rPr>
              <a:t> Case Duration</a:t>
            </a:r>
            <a:endParaRPr lang="it" dirty="0"/>
          </a:p>
          <a:p>
            <a:r>
              <a:rPr lang="it" sz="1600" dirty="0" err="1">
                <a:ea typeface="+mn-lt"/>
                <a:cs typeface="+mn-lt"/>
              </a:rPr>
              <a:t>Computes</a:t>
            </a:r>
            <a:r>
              <a:rPr lang="it" sz="1600" dirty="0">
                <a:ea typeface="+mn-lt"/>
                <a:cs typeface="+mn-lt"/>
              </a:rPr>
              <a:t> the </a:t>
            </a:r>
            <a:r>
              <a:rPr lang="it" sz="1600" dirty="0" err="1">
                <a:ea typeface="+mn-lt"/>
                <a:cs typeface="+mn-lt"/>
              </a:rPr>
              <a:t>total</a:t>
            </a:r>
            <a:r>
              <a:rPr lang="it" sz="1600" dirty="0">
                <a:ea typeface="+mn-lt"/>
                <a:cs typeface="+mn-lt"/>
              </a:rPr>
              <a:t> duration of </a:t>
            </a:r>
            <a:r>
              <a:rPr lang="it" sz="1600" dirty="0" err="1">
                <a:ea typeface="+mn-lt"/>
                <a:cs typeface="+mn-lt"/>
              </a:rPr>
              <a:t>each</a:t>
            </a:r>
            <a:r>
              <a:rPr lang="it" sz="1600" dirty="0">
                <a:ea typeface="+mn-lt"/>
                <a:cs typeface="+mn-lt"/>
              </a:rPr>
              <a:t> case in days.</a:t>
            </a:r>
            <a:endParaRPr lang="it" dirty="0"/>
          </a:p>
          <a:p>
            <a:r>
              <a:rPr lang="it" sz="2400" dirty="0" err="1">
                <a:ea typeface="+mn-lt"/>
                <a:cs typeface="+mn-lt"/>
              </a:rPr>
              <a:t>Define</a:t>
            </a:r>
            <a:r>
              <a:rPr lang="it" sz="2400" dirty="0">
                <a:ea typeface="+mn-lt"/>
                <a:cs typeface="+mn-lt"/>
              </a:rPr>
              <a:t> Target </a:t>
            </a:r>
            <a:r>
              <a:rPr lang="it" sz="2400" dirty="0" err="1">
                <a:ea typeface="+mn-lt"/>
                <a:cs typeface="+mn-lt"/>
              </a:rPr>
              <a:t>Variable</a:t>
            </a:r>
            <a:endParaRPr lang="it" dirty="0" err="1"/>
          </a:p>
          <a:p>
            <a:r>
              <a:rPr lang="it" sz="1600" dirty="0" err="1">
                <a:solidFill>
                  <a:srgbClr val="03126A"/>
                </a:solidFill>
                <a:ea typeface="+mn-lt"/>
                <a:cs typeface="+mn-lt"/>
              </a:rPr>
              <a:t>Uses</a:t>
            </a:r>
            <a:r>
              <a:rPr lang="it" sz="1600" dirty="0">
                <a:solidFill>
                  <a:srgbClr val="03126A"/>
                </a:solidFill>
                <a:ea typeface="+mn-lt"/>
                <a:cs typeface="+mn-lt"/>
              </a:rPr>
              <a:t> the last event in the </a:t>
            </a:r>
            <a:r>
              <a:rPr lang="it" sz="1600" dirty="0" err="1">
                <a:solidFill>
                  <a:srgbClr val="03126A"/>
                </a:solidFill>
                <a:ea typeface="+mn-lt"/>
                <a:cs typeface="+mn-lt"/>
              </a:rPr>
              <a:t>sequence</a:t>
            </a:r>
            <a:r>
              <a:rPr lang="it" sz="1600" dirty="0">
                <a:solidFill>
                  <a:srgbClr val="03126A"/>
                </a:solidFill>
                <a:ea typeface="+mn-lt"/>
                <a:cs typeface="+mn-lt"/>
              </a:rPr>
              <a:t> </a:t>
            </a:r>
            <a:r>
              <a:rPr lang="it" sz="1600" dirty="0" err="1">
                <a:solidFill>
                  <a:srgbClr val="03126A"/>
                </a:solidFill>
                <a:ea typeface="+mn-lt"/>
                <a:cs typeface="+mn-lt"/>
              </a:rPr>
              <a:t>as</a:t>
            </a:r>
            <a:r>
              <a:rPr lang="it" sz="1600" dirty="0">
                <a:solidFill>
                  <a:srgbClr val="03126A"/>
                </a:solidFill>
                <a:ea typeface="+mn-lt"/>
                <a:cs typeface="+mn-lt"/>
              </a:rPr>
              <a:t> the target (Payment or </a:t>
            </a:r>
            <a:r>
              <a:rPr lang="it" sz="1600" dirty="0" err="1">
                <a:solidFill>
                  <a:srgbClr val="03126A"/>
                </a:solidFill>
                <a:ea typeface="+mn-lt"/>
                <a:cs typeface="+mn-lt"/>
              </a:rPr>
              <a:t>Send</a:t>
            </a:r>
            <a:r>
              <a:rPr lang="it" sz="1600" dirty="0">
                <a:solidFill>
                  <a:srgbClr val="03126A"/>
                </a:solidFill>
                <a:ea typeface="+mn-lt"/>
                <a:cs typeface="+mn-lt"/>
              </a:rPr>
              <a:t> for Credit Collection).</a:t>
            </a:r>
            <a:endParaRPr lang="it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042790D9-EBD4-E1C4-0ED5-ED15E740101B}"/>
              </a:ext>
            </a:extLst>
          </p:cNvPr>
          <p:cNvSpPr txBox="1">
            <a:spLocks/>
          </p:cNvSpPr>
          <p:nvPr/>
        </p:nvSpPr>
        <p:spPr>
          <a:xfrm>
            <a:off x="5940332" y="2337815"/>
            <a:ext cx="5785324" cy="39838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" sz="2400" dirty="0">
                <a:ea typeface="+mn-lt"/>
                <a:cs typeface="+mn-lt"/>
              </a:rPr>
              <a:t>Feature Engineering </a:t>
            </a:r>
            <a:endParaRPr lang="it-IT" sz="1800">
              <a:ea typeface="+mn-lt"/>
              <a:cs typeface="+mn-lt"/>
            </a:endParaRPr>
          </a:p>
          <a:p>
            <a:r>
              <a:rPr lang="it" sz="1800" dirty="0">
                <a:ea typeface="+mn-lt"/>
                <a:cs typeface="+mn-lt"/>
              </a:rPr>
              <a:t>Key Features </a:t>
            </a:r>
            <a:r>
              <a:rPr lang="it" sz="1800" err="1">
                <a:ea typeface="+mn-lt"/>
                <a:cs typeface="+mn-lt"/>
              </a:rPr>
              <a:t>Created</a:t>
            </a:r>
            <a:r>
              <a:rPr lang="it" sz="1800" dirty="0">
                <a:ea typeface="+mn-lt"/>
                <a:cs typeface="+mn-lt"/>
              </a:rPr>
              <a:t>:</a:t>
            </a:r>
            <a:endParaRPr lang="it-IT" sz="1800"/>
          </a:p>
          <a:p>
            <a:pPr marL="342900" indent="-342900">
              <a:buChar char="•"/>
            </a:pPr>
            <a:r>
              <a:rPr lang="it" sz="1800" dirty="0">
                <a:ea typeface="+mn-lt"/>
                <a:cs typeface="+mn-lt"/>
              </a:rPr>
              <a:t>Event </a:t>
            </a:r>
            <a:r>
              <a:rPr lang="it" sz="1800" dirty="0" err="1">
                <a:ea typeface="+mn-lt"/>
                <a:cs typeface="+mn-lt"/>
              </a:rPr>
              <a:t>Sequence</a:t>
            </a:r>
            <a:r>
              <a:rPr lang="it" sz="1800" dirty="0">
                <a:ea typeface="+mn-lt"/>
                <a:cs typeface="+mn-lt"/>
              </a:rPr>
              <a:t>: List of activities in </a:t>
            </a:r>
            <a:r>
              <a:rPr lang="it" sz="1800" dirty="0" err="1">
                <a:ea typeface="+mn-lt"/>
                <a:cs typeface="+mn-lt"/>
              </a:rPr>
              <a:t>order</a:t>
            </a:r>
            <a:r>
              <a:rPr lang="it" sz="1800" dirty="0">
                <a:ea typeface="+mn-lt"/>
                <a:cs typeface="+mn-lt"/>
              </a:rPr>
              <a:t> ( ["Create Fine", "</a:t>
            </a:r>
            <a:r>
              <a:rPr lang="it" sz="1800" dirty="0" err="1">
                <a:ea typeface="+mn-lt"/>
                <a:cs typeface="+mn-lt"/>
              </a:rPr>
              <a:t>Send</a:t>
            </a:r>
            <a:r>
              <a:rPr lang="it" sz="1800" dirty="0">
                <a:ea typeface="+mn-lt"/>
                <a:cs typeface="+mn-lt"/>
              </a:rPr>
              <a:t> Fine", ...]).</a:t>
            </a:r>
            <a:endParaRPr lang="it" sz="1800" dirty="0"/>
          </a:p>
          <a:p>
            <a:pPr marL="342900" indent="-342900">
              <a:buChar char="•"/>
            </a:pPr>
            <a:r>
              <a:rPr lang="it" sz="1800" dirty="0">
                <a:ea typeface="+mn-lt"/>
                <a:cs typeface="+mn-lt"/>
              </a:rPr>
              <a:t>Start/End Times: First and last </a:t>
            </a:r>
            <a:r>
              <a:rPr lang="it" sz="1800" dirty="0" err="1">
                <a:ea typeface="+mn-lt"/>
                <a:cs typeface="+mn-lt"/>
              </a:rPr>
              <a:t>timestamps</a:t>
            </a:r>
            <a:r>
              <a:rPr lang="it" sz="1800" dirty="0">
                <a:ea typeface="+mn-lt"/>
                <a:cs typeface="+mn-lt"/>
              </a:rPr>
              <a:t> of the case.</a:t>
            </a:r>
            <a:endParaRPr lang="it" sz="1800" dirty="0"/>
          </a:p>
          <a:p>
            <a:pPr marL="342900" indent="-342900">
              <a:buChar char="•"/>
            </a:pPr>
            <a:r>
              <a:rPr lang="it" sz="1800" dirty="0" err="1">
                <a:ea typeface="+mn-lt"/>
                <a:cs typeface="+mn-lt"/>
              </a:rPr>
              <a:t>Aggregated</a:t>
            </a:r>
            <a:r>
              <a:rPr lang="it" sz="1800" dirty="0">
                <a:ea typeface="+mn-lt"/>
                <a:cs typeface="+mn-lt"/>
              </a:rPr>
              <a:t> </a:t>
            </a:r>
            <a:r>
              <a:rPr lang="it" sz="1800" dirty="0" err="1">
                <a:ea typeface="+mn-lt"/>
                <a:cs typeface="+mn-lt"/>
              </a:rPr>
              <a:t>Values</a:t>
            </a:r>
            <a:r>
              <a:rPr lang="it" sz="1800" dirty="0">
                <a:ea typeface="+mn-lt"/>
                <a:cs typeface="+mn-lt"/>
              </a:rPr>
              <a:t>: </a:t>
            </a:r>
            <a:r>
              <a:rPr lang="it" sz="1800" dirty="0" err="1">
                <a:ea typeface="+mn-lt"/>
                <a:cs typeface="+mn-lt"/>
              </a:rPr>
              <a:t>Summed</a:t>
            </a:r>
            <a:r>
              <a:rPr lang="it" sz="1800" dirty="0">
                <a:ea typeface="+mn-lt"/>
                <a:cs typeface="+mn-lt"/>
              </a:rPr>
              <a:t> </a:t>
            </a:r>
            <a:r>
              <a:rPr lang="it" sz="1800" dirty="0" err="1">
                <a:ea typeface="+mn-lt"/>
                <a:cs typeface="+mn-lt"/>
              </a:rPr>
              <a:t>monetary</a:t>
            </a:r>
            <a:r>
              <a:rPr lang="it" sz="1800" dirty="0">
                <a:ea typeface="+mn-lt"/>
                <a:cs typeface="+mn-lt"/>
              </a:rPr>
              <a:t> </a:t>
            </a:r>
            <a:r>
              <a:rPr lang="it" sz="1800" dirty="0" err="1">
                <a:ea typeface="+mn-lt"/>
                <a:cs typeface="+mn-lt"/>
              </a:rPr>
              <a:t>values</a:t>
            </a:r>
            <a:r>
              <a:rPr lang="it" sz="1800" dirty="0">
                <a:ea typeface="+mn-lt"/>
                <a:cs typeface="+mn-lt"/>
              </a:rPr>
              <a:t> and penalty points.</a:t>
            </a:r>
            <a:endParaRPr lang="it" sz="1800" dirty="0"/>
          </a:p>
          <a:p>
            <a:pPr marL="342900" indent="-342900">
              <a:buChar char="•"/>
            </a:pPr>
            <a:r>
              <a:rPr lang="it" sz="1800" dirty="0">
                <a:ea typeface="+mn-lt"/>
                <a:cs typeface="+mn-lt"/>
              </a:rPr>
              <a:t>Resource </a:t>
            </a:r>
            <a:r>
              <a:rPr lang="it" sz="1800" dirty="0" err="1">
                <a:ea typeface="+mn-lt"/>
                <a:cs typeface="+mn-lt"/>
              </a:rPr>
              <a:t>Diversity</a:t>
            </a:r>
            <a:r>
              <a:rPr lang="it" sz="1800" dirty="0">
                <a:ea typeface="+mn-lt"/>
                <a:cs typeface="+mn-lt"/>
              </a:rPr>
              <a:t>: </a:t>
            </a:r>
            <a:r>
              <a:rPr lang="it" sz="1800" dirty="0" err="1">
                <a:ea typeface="+mn-lt"/>
                <a:cs typeface="+mn-lt"/>
              </a:rPr>
              <a:t>Unique</a:t>
            </a:r>
            <a:r>
              <a:rPr lang="it" sz="1800" dirty="0">
                <a:ea typeface="+mn-lt"/>
                <a:cs typeface="+mn-lt"/>
              </a:rPr>
              <a:t> </a:t>
            </a:r>
            <a:r>
              <a:rPr lang="it" sz="1800" dirty="0" err="1">
                <a:ea typeface="+mn-lt"/>
                <a:cs typeface="+mn-lt"/>
              </a:rPr>
              <a:t>count</a:t>
            </a:r>
            <a:r>
              <a:rPr lang="it" sz="1800" dirty="0">
                <a:ea typeface="+mn-lt"/>
                <a:cs typeface="+mn-lt"/>
              </a:rPr>
              <a:t> of </a:t>
            </a:r>
            <a:r>
              <a:rPr lang="it" sz="1800" dirty="0" err="1">
                <a:ea typeface="+mn-lt"/>
                <a:cs typeface="+mn-lt"/>
              </a:rPr>
              <a:t>org:resource</a:t>
            </a:r>
            <a:r>
              <a:rPr lang="it" sz="1800" dirty="0">
                <a:ea typeface="+mn-lt"/>
                <a:cs typeface="+mn-lt"/>
              </a:rPr>
              <a:t> (</a:t>
            </a:r>
            <a:r>
              <a:rPr lang="it" sz="1800" dirty="0" err="1">
                <a:ea typeface="+mn-lt"/>
                <a:cs typeface="+mn-lt"/>
              </a:rPr>
              <a:t>departments</a:t>
            </a:r>
            <a:r>
              <a:rPr lang="it" sz="1800" dirty="0">
                <a:ea typeface="+mn-lt"/>
                <a:cs typeface="+mn-lt"/>
              </a:rPr>
              <a:t> or </a:t>
            </a:r>
            <a:r>
              <a:rPr lang="it" sz="1800" dirty="0" err="1">
                <a:ea typeface="+mn-lt"/>
                <a:cs typeface="+mn-lt"/>
              </a:rPr>
              <a:t>employees</a:t>
            </a:r>
            <a:r>
              <a:rPr lang="it" sz="1800" dirty="0">
                <a:ea typeface="+mn-lt"/>
                <a:cs typeface="+mn-lt"/>
              </a:rPr>
              <a:t>)</a:t>
            </a:r>
            <a:endParaRPr lang="it" sz="1800" dirty="0"/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1AAC-5068-AB71-0256-83221FF5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4B4D640-3084-9E76-98E7-07EDABD9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>
            <a:normAutofit/>
          </a:bodyPr>
          <a:lstStyle/>
          <a:p>
            <a:r>
              <a:rPr lang="it" b="0" err="1"/>
              <a:t>Final</a:t>
            </a:r>
            <a:r>
              <a:rPr lang="it" b="0"/>
              <a:t> Output </a:t>
            </a:r>
            <a:r>
              <a:rPr lang="it" b="0" err="1"/>
              <a:t>Structure</a:t>
            </a:r>
            <a:r>
              <a:rPr lang="it" b="0"/>
              <a:t> </a:t>
            </a:r>
            <a:endParaRPr lang="it-IT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5B442A7-8D73-EC17-A702-6B09175C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24</a:t>
            </a:fld>
            <a:endParaRPr lang="en-US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435BE05B-4A6C-1691-8F47-4BCB36DA93E2}"/>
              </a:ext>
            </a:extLst>
          </p:cNvPr>
          <p:cNvGraphicFramePr>
            <a:graphicFrameLocks noGrp="1"/>
          </p:cNvGraphicFramePr>
          <p:nvPr/>
        </p:nvGraphicFramePr>
        <p:xfrm>
          <a:off x="1207008" y="2649651"/>
          <a:ext cx="9720073" cy="3003454"/>
        </p:xfrm>
        <a:graphic>
          <a:graphicData uri="http://schemas.openxmlformats.org/drawingml/2006/table">
            <a:tbl>
              <a:tblPr firstRow="1" bandRow="1">
                <a:noFill/>
                <a:tableStyleId>{0E3FDE45-AF77-4B5C-9715-49D594BDF05E}</a:tableStyleId>
              </a:tblPr>
              <a:tblGrid>
                <a:gridCol w="3107120">
                  <a:extLst>
                    <a:ext uri="{9D8B030D-6E8A-4147-A177-3AD203B41FA5}">
                      <a16:colId xmlns:a16="http://schemas.microsoft.com/office/drawing/2014/main" val="3566647823"/>
                    </a:ext>
                  </a:extLst>
                </a:gridCol>
                <a:gridCol w="3398340">
                  <a:extLst>
                    <a:ext uri="{9D8B030D-6E8A-4147-A177-3AD203B41FA5}">
                      <a16:colId xmlns:a16="http://schemas.microsoft.com/office/drawing/2014/main" val="327201089"/>
                    </a:ext>
                  </a:extLst>
                </a:gridCol>
                <a:gridCol w="3214613">
                  <a:extLst>
                    <a:ext uri="{9D8B030D-6E8A-4147-A177-3AD203B41FA5}">
                      <a16:colId xmlns:a16="http://schemas.microsoft.com/office/drawing/2014/main" val="4019020059"/>
                    </a:ext>
                  </a:extLst>
                </a:gridCol>
              </a:tblGrid>
              <a:tr h="427783">
                <a:tc>
                  <a:txBody>
                    <a:bodyPr/>
                    <a:lstStyle/>
                    <a:p>
                      <a:pPr algn="l"/>
                      <a:r>
                        <a:rPr lang="it-IT" sz="1600" b="1" cap="none" spc="0">
                          <a:solidFill>
                            <a:schemeClr val="tx1"/>
                          </a:solidFill>
                          <a:effectLst/>
                        </a:rPr>
                        <a:t>Column</a:t>
                      </a:r>
                    </a:p>
                  </a:txBody>
                  <a:tcPr marL="62821" marR="93484" marT="17949" marB="13461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1" cap="none" spc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62821" marR="93484" marT="17949" marB="13461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1" cap="none" spc="0">
                          <a:solidFill>
                            <a:schemeClr val="tx1"/>
                          </a:solidFill>
                          <a:effectLst/>
                        </a:rPr>
                        <a:t>Example Value</a:t>
                      </a:r>
                    </a:p>
                  </a:txBody>
                  <a:tcPr marL="62821" marR="93484" marT="17949" marB="13461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473040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case:concept:name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Case ID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Case123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388952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concept:name_&lt;lambda&gt;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Event sequence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["Create Fine", "Send Fine"]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78712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time:timestamp_min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Start time of the case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2023-01-01 09:00:00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641925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time:timestamp_max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End time of the case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2023-01-05 14:30:00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400276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amount_sum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Total fine amount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150.00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382668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duration_days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Case duration in days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0195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target</a:t>
                      </a:r>
                    </a:p>
                  </a:txBody>
                  <a:tcPr marL="62821" marR="93484" marT="17949" marB="134617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Last event (prediction target)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cap="none" spc="0">
                          <a:solidFill>
                            <a:schemeClr val="tx1"/>
                          </a:solidFill>
                          <a:effectLst/>
                        </a:rPr>
                        <a:t>Payment</a:t>
                      </a:r>
                    </a:p>
                  </a:txBody>
                  <a:tcPr marL="62821" marR="93484" marT="17949" marB="1346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2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075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2B71D-B881-67F4-5786-6845DAC4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81510B-645C-9E7E-95C8-DD56FE7A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2" y="1350838"/>
            <a:ext cx="10277856" cy="1340104"/>
          </a:xfrm>
          <a:noFill/>
        </p:spPr>
        <p:txBody>
          <a:bodyPr rtlCol="0">
            <a:noAutofit/>
          </a:bodyPr>
          <a:lstStyle/>
          <a:p>
            <a:r>
              <a:rPr lang="it" b="0" dirty="0" err="1">
                <a:ea typeface="+mj-lt"/>
                <a:cs typeface="+mj-lt"/>
              </a:rPr>
              <a:t>Initial</a:t>
            </a:r>
            <a:r>
              <a:rPr lang="it" b="0" dirty="0">
                <a:ea typeface="+mj-lt"/>
                <a:cs typeface="+mj-lt"/>
              </a:rPr>
              <a:t> Model </a:t>
            </a:r>
            <a:br>
              <a:rPr lang="it" b="0" dirty="0">
                <a:ea typeface="+mj-lt"/>
                <a:cs typeface="+mj-lt"/>
              </a:rPr>
            </a:br>
            <a:r>
              <a:rPr lang="it" b="0" dirty="0">
                <a:ea typeface="+mj-lt"/>
                <a:cs typeface="+mj-lt"/>
              </a:rPr>
              <a:t>Training</a:t>
            </a:r>
            <a:br>
              <a:rPr lang="it" b="0" dirty="0">
                <a:ea typeface="+mj-lt"/>
                <a:cs typeface="+mj-lt"/>
              </a:rPr>
            </a:br>
            <a:r>
              <a:rPr lang="it" sz="3200" b="0" dirty="0">
                <a:ea typeface="+mj-lt"/>
                <a:cs typeface="+mj-lt"/>
              </a:rPr>
              <a:t>(Random </a:t>
            </a:r>
            <a:r>
              <a:rPr lang="it" sz="3200" b="0" dirty="0" err="1">
                <a:ea typeface="+mj-lt"/>
                <a:cs typeface="+mj-lt"/>
              </a:rPr>
              <a:t>Forest</a:t>
            </a:r>
            <a:r>
              <a:rPr lang="it" sz="3200" b="0" dirty="0">
                <a:ea typeface="+mj-lt"/>
                <a:cs typeface="+mj-lt"/>
              </a:rPr>
              <a:t>)</a:t>
            </a:r>
            <a:endParaRPr lang="it" sz="3200" b="0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29DE1BB-E1FF-1028-DB90-894C7C0B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25</a:t>
            </a:fld>
            <a:endParaRPr lang="en-US" dirty="0"/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8132432B-12BF-0B11-2F60-FA33DE925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99016"/>
              </p:ext>
            </p:extLst>
          </p:nvPr>
        </p:nvGraphicFramePr>
        <p:xfrm>
          <a:off x="4229652" y="817217"/>
          <a:ext cx="7483603" cy="4040475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3643185950"/>
                    </a:ext>
                  </a:extLst>
                </a:gridCol>
                <a:gridCol w="3670299">
                  <a:extLst>
                    <a:ext uri="{9D8B030D-6E8A-4147-A177-3AD203B41FA5}">
                      <a16:colId xmlns:a16="http://schemas.microsoft.com/office/drawing/2014/main" val="4031905515"/>
                    </a:ext>
                  </a:extLst>
                </a:gridCol>
                <a:gridCol w="777793">
                  <a:extLst>
                    <a:ext uri="{9D8B030D-6E8A-4147-A177-3AD203B41FA5}">
                      <a16:colId xmlns:a16="http://schemas.microsoft.com/office/drawing/2014/main" val="122485021"/>
                    </a:ext>
                  </a:extLst>
                </a:gridCol>
                <a:gridCol w="733194">
                  <a:extLst>
                    <a:ext uri="{9D8B030D-6E8A-4147-A177-3AD203B41FA5}">
                      <a16:colId xmlns:a16="http://schemas.microsoft.com/office/drawing/2014/main" val="3282843790"/>
                    </a:ext>
                  </a:extLst>
                </a:gridCol>
                <a:gridCol w="830405">
                  <a:extLst>
                    <a:ext uri="{9D8B030D-6E8A-4147-A177-3AD203B41FA5}">
                      <a16:colId xmlns:a16="http://schemas.microsoft.com/office/drawing/2014/main" val="740790587"/>
                    </a:ext>
                  </a:extLst>
                </a:gridCol>
                <a:gridCol w="849612">
                  <a:extLst>
                    <a:ext uri="{9D8B030D-6E8A-4147-A177-3AD203B41FA5}">
                      <a16:colId xmlns:a16="http://schemas.microsoft.com/office/drawing/2014/main" val="2000220339"/>
                    </a:ext>
                  </a:extLst>
                </a:gridCol>
              </a:tblGrid>
              <a:tr h="513251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</a:rPr>
                        <a:t>class </a:t>
                      </a:r>
                      <a:endParaRPr lang="it-IT">
                        <a:effectLst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dirty="0">
                          <a:effectLst/>
                          <a:latin typeface="Aptos"/>
                        </a:rPr>
                        <a:t>Activity Name 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(</a:t>
                      </a:r>
                      <a:r>
                        <a:rPr lang="it-IT" sz="1100" b="0" i="0" u="none" strike="noStrike" noProof="0" dirty="0" err="1">
                          <a:effectLst/>
                        </a:rPr>
                        <a:t>Final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Event)</a:t>
                      </a:r>
                      <a:endParaRPr lang="it-IT" dirty="0"/>
                    </a:p>
                  </a:txBody>
                  <a:tcPr marL="45720" marR="45720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 err="1">
                          <a:effectLst/>
                        </a:rPr>
                        <a:t>precision</a:t>
                      </a:r>
                      <a:r>
                        <a:rPr lang="it-IT" sz="1100" dirty="0">
                          <a:effectLst/>
                        </a:rPr>
                        <a:t> </a:t>
                      </a:r>
                      <a:endParaRPr lang="it-IT" dirty="0">
                        <a:effectLst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</a:rPr>
                        <a:t>recall</a:t>
                      </a:r>
                      <a:endParaRPr lang="it-IT" dirty="0">
                        <a:effectLst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</a:rPr>
                        <a:t>f1-score </a:t>
                      </a:r>
                      <a:endParaRPr lang="it-IT" dirty="0">
                        <a:effectLst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</a:rPr>
                        <a:t>support </a:t>
                      </a:r>
                      <a:endParaRPr lang="it-IT" dirty="0">
                        <a:effectLst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39615"/>
                  </a:ext>
                </a:extLst>
              </a:tr>
              <a:tr h="386953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0 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dirty="0">
                          <a:effectLst/>
                        </a:rPr>
                        <a:t>Create Fine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0.21 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0.15 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101 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487964"/>
                  </a:ext>
                </a:extLst>
              </a:tr>
              <a:tr h="386953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1 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dirty="0">
                          <a:effectLst/>
                        </a:rPr>
                        <a:t>Payment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25 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571472"/>
                  </a:ext>
                </a:extLst>
              </a:tr>
              <a:tr h="37207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2 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Send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Fine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0.52 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0.41 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0.46 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480 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712100"/>
                  </a:ext>
                </a:extLst>
              </a:tr>
              <a:tr h="37207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3 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Insert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Fine Notification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0.17 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0.14 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0.15 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14 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066938"/>
                  </a:ext>
                </a:extLst>
              </a:tr>
              <a:tr h="386953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4 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Add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penalty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12819 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212553"/>
                  </a:ext>
                </a:extLst>
              </a:tr>
              <a:tr h="37207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5 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Insert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Date Appeal to </a:t>
                      </a:r>
                      <a:r>
                        <a:rPr lang="it-IT" sz="1100" b="1" i="0" u="none" strike="noStrike" noProof="0" err="1">
                          <a:effectLst/>
                        </a:rPr>
                        <a:t>Prefecture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0.14 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0.08 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0.11 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121504"/>
                  </a:ext>
                </a:extLst>
              </a:tr>
              <a:tr h="37207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6 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Send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Appeal to </a:t>
                      </a:r>
                      <a:r>
                        <a:rPr lang="it-IT" sz="1100" b="1" i="0" u="none" strike="noStrike" noProof="0" err="1">
                          <a:effectLst/>
                        </a:rPr>
                        <a:t>Prefecture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0.90 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0.86 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0.88 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636 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766797"/>
                  </a:ext>
                </a:extLst>
              </a:tr>
              <a:tr h="37207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7 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Receive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</a:t>
                      </a:r>
                      <a:r>
                        <a:rPr lang="it-IT" sz="1100" b="1" i="0" u="none" strike="noStrike" noProof="0" err="1">
                          <a:effectLst/>
                        </a:rPr>
                        <a:t>Result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Appeal from </a:t>
                      </a:r>
                      <a:r>
                        <a:rPr lang="it-IT" sz="1100" b="1" i="0" u="none" strike="noStrike" noProof="0" err="1">
                          <a:effectLst/>
                        </a:rPr>
                        <a:t>Prefecture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4155 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507983"/>
                  </a:ext>
                </a:extLst>
              </a:tr>
              <a:tr h="506015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8 </a:t>
                      </a:r>
                      <a:endParaRPr lang="it-IT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1" i="0" u="none" strike="noStrike" noProof="0" err="1">
                          <a:effectLst/>
                        </a:rPr>
                        <a:t>Send</a:t>
                      </a:r>
                      <a:r>
                        <a:rPr lang="it-IT" sz="1100" b="1" i="0" u="none" strike="noStrike" noProof="0" dirty="0">
                          <a:effectLst/>
                        </a:rPr>
                        <a:t> for Credit Collection</a:t>
                      </a:r>
                      <a:endParaRPr lang="it-IT" b="1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11832 </a:t>
                      </a:r>
                      <a:endParaRPr lang="en-US" dirty="0">
                        <a:effectLst/>
                        <a:latin typeface="system-ui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739232"/>
                  </a:ext>
                </a:extLst>
              </a:tr>
            </a:tbl>
          </a:graphicData>
        </a:graphic>
      </p:graphicFrame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1DBCEB8C-178F-72DE-4C3B-4365CF572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014759"/>
              </p:ext>
            </p:extLst>
          </p:nvPr>
        </p:nvGraphicFramePr>
        <p:xfrm>
          <a:off x="5974038" y="4976470"/>
          <a:ext cx="5743568" cy="949072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590799">
                  <a:extLst>
                    <a:ext uri="{9D8B030D-6E8A-4147-A177-3AD203B41FA5}">
                      <a16:colId xmlns:a16="http://schemas.microsoft.com/office/drawing/2014/main" val="1450395911"/>
                    </a:ext>
                  </a:extLst>
                </a:gridCol>
                <a:gridCol w="739773">
                  <a:extLst>
                    <a:ext uri="{9D8B030D-6E8A-4147-A177-3AD203B41FA5}">
                      <a16:colId xmlns:a16="http://schemas.microsoft.com/office/drawing/2014/main" val="2431003076"/>
                    </a:ext>
                  </a:extLst>
                </a:gridCol>
                <a:gridCol w="749298">
                  <a:extLst>
                    <a:ext uri="{9D8B030D-6E8A-4147-A177-3AD203B41FA5}">
                      <a16:colId xmlns:a16="http://schemas.microsoft.com/office/drawing/2014/main" val="256180212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981040498"/>
                    </a:ext>
                  </a:extLst>
                </a:gridCol>
                <a:gridCol w="822323">
                  <a:extLst>
                    <a:ext uri="{9D8B030D-6E8A-4147-A177-3AD203B41FA5}">
                      <a16:colId xmlns:a16="http://schemas.microsoft.com/office/drawing/2014/main" val="36008300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 err="1">
                          <a:effectLst/>
                          <a:latin typeface="system-ui"/>
                        </a:rPr>
                        <a:t>accuracy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0.97 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30074 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2857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macro </a:t>
                      </a:r>
                      <a:r>
                        <a:rPr lang="it-IT" sz="1100" dirty="0" err="1">
                          <a:effectLst/>
                          <a:latin typeface="system-ui"/>
                        </a:rPr>
                        <a:t>avg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879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 err="1">
                          <a:effectLst/>
                          <a:latin typeface="system-ui"/>
                        </a:rPr>
                        <a:t>weighted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 </a:t>
                      </a:r>
                      <a:r>
                        <a:rPr lang="it-IT" sz="1100" dirty="0" err="1">
                          <a:effectLst/>
                          <a:latin typeface="system-ui"/>
                        </a:rPr>
                        <a:t>avg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65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978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2E80C-34A5-B808-978B-9B655F7D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B234A7-9053-CD85-17B4-14336E18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2" y="213360"/>
            <a:ext cx="10277856" cy="1340104"/>
          </a:xfrm>
          <a:noFill/>
        </p:spPr>
        <p:txBody>
          <a:bodyPr rtlCol="0">
            <a:noAutofit/>
          </a:bodyPr>
          <a:lstStyle/>
          <a:p>
            <a:r>
              <a:rPr lang="it" b="0" dirty="0" err="1">
                <a:ea typeface="+mj-lt"/>
                <a:cs typeface="+mj-lt"/>
              </a:rPr>
              <a:t>Initial</a:t>
            </a:r>
            <a:r>
              <a:rPr lang="it" b="0" dirty="0">
                <a:ea typeface="+mj-lt"/>
                <a:cs typeface="+mj-lt"/>
              </a:rPr>
              <a:t> Model Training</a:t>
            </a:r>
            <a:br>
              <a:rPr lang="it" b="0" dirty="0">
                <a:ea typeface="+mj-lt"/>
                <a:cs typeface="+mj-lt"/>
              </a:rPr>
            </a:br>
            <a:r>
              <a:rPr lang="it" sz="3200" b="0" dirty="0">
                <a:ea typeface="+mj-lt"/>
                <a:cs typeface="+mj-lt"/>
              </a:rPr>
              <a:t>(Random </a:t>
            </a:r>
            <a:r>
              <a:rPr lang="it" sz="3200" b="0" dirty="0" err="1">
                <a:ea typeface="+mj-lt"/>
                <a:cs typeface="+mj-lt"/>
              </a:rPr>
              <a:t>Forest</a:t>
            </a:r>
            <a:r>
              <a:rPr lang="it" sz="3200" b="0" dirty="0">
                <a:ea typeface="+mj-lt"/>
                <a:cs typeface="+mj-lt"/>
              </a:rPr>
              <a:t>)</a:t>
            </a:r>
            <a:endParaRPr lang="it" sz="3200" b="0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F5AE44D-FE74-C743-36D6-AEFDA6E7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26</a:t>
            </a:fld>
            <a:endParaRPr lang="en-US" dirty="0"/>
          </a:p>
        </p:txBody>
      </p:sp>
      <p:pic>
        <p:nvPicPr>
          <p:cNvPr id="7" name="Immagine 6" descr="Immagine che contiene schermata, testo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7A205C9D-5592-89C9-88FC-30BF98CEE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4977"/>
            <a:ext cx="4924901" cy="2464117"/>
          </a:xfrm>
          <a:prstGeom prst="rect">
            <a:avLst/>
          </a:prstGeom>
        </p:spPr>
      </p:pic>
      <p:pic>
        <p:nvPicPr>
          <p:cNvPr id="8" name="Immagine 7" descr="Immagine che contiene schermata, linea, Rettangol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AA4108D4-B325-6A35-23BD-440F9F179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813" y="1713820"/>
            <a:ext cx="5086012" cy="2466295"/>
          </a:xfrm>
          <a:prstGeom prst="rect">
            <a:avLst/>
          </a:prstGeom>
        </p:spPr>
      </p:pic>
      <p:pic>
        <p:nvPicPr>
          <p:cNvPr id="9" name="Immagine 8" descr="Immagine che contiene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322D356F-8F05-3FB2-CCFC-554C88921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3" y="4114121"/>
            <a:ext cx="4923064" cy="2463914"/>
          </a:xfrm>
          <a:prstGeom prst="rect">
            <a:avLst/>
          </a:prstGeom>
        </p:spPr>
      </p:pic>
      <p:pic>
        <p:nvPicPr>
          <p:cNvPr id="10" name="Immagine 9" descr="Immagine che contiene schermata, Policromia&#10;&#10;Il contenuto generato dall&amp;#39;IA potrebbe non essere corretto.">
            <a:extLst>
              <a:ext uri="{FF2B5EF4-FFF2-40B4-BE49-F238E27FC236}">
                <a16:creationId xmlns:a16="http://schemas.microsoft.com/office/drawing/2014/main" id="{644329D4-04D0-F62F-783A-B16BFD20F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98" y="4114121"/>
            <a:ext cx="4769302" cy="246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66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4C51-CFCA-FB50-0202-6B37F919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B3D5B9-D2B1-B530-5D70-73CA96A2A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>
            <a:normAutofit/>
          </a:bodyPr>
          <a:lstStyle/>
          <a:p>
            <a:r>
              <a:rPr lang="it" b="0" dirty="0"/>
              <a:t>Balancing Strategies and </a:t>
            </a:r>
            <a:br>
              <a:rPr lang="it" b="0" dirty="0"/>
            </a:br>
            <a:r>
              <a:rPr lang="it" b="0" dirty="0"/>
              <a:t>Performance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7C21993-795C-8880-547B-C34ACBC0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 sz="90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90D26A6-E6A2-A35A-543B-235DF241704D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457764713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321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A73E-0CD8-227A-8160-C5E331AF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6541859-6852-B9AF-1D66-17D504C5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en-US" sz="900"/>
          </a:p>
        </p:txBody>
      </p:sp>
      <p:graphicFrame>
        <p:nvGraphicFramePr>
          <p:cNvPr id="30" name="Tabella 29">
            <a:extLst>
              <a:ext uri="{FF2B5EF4-FFF2-40B4-BE49-F238E27FC236}">
                <a16:creationId xmlns:a16="http://schemas.microsoft.com/office/drawing/2014/main" id="{AB45D123-2597-70F2-EBEF-A731B707A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964797"/>
              </p:ext>
            </p:extLst>
          </p:nvPr>
        </p:nvGraphicFramePr>
        <p:xfrm>
          <a:off x="496956" y="1590260"/>
          <a:ext cx="5589379" cy="298133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444499">
                  <a:extLst>
                    <a:ext uri="{9D8B030D-6E8A-4147-A177-3AD203B41FA5}">
                      <a16:colId xmlns:a16="http://schemas.microsoft.com/office/drawing/2014/main" val="291586133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5101553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75928286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79279172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1943256701"/>
                    </a:ext>
                  </a:extLst>
                </a:gridCol>
                <a:gridCol w="636381">
                  <a:extLst>
                    <a:ext uri="{9D8B030D-6E8A-4147-A177-3AD203B41FA5}">
                      <a16:colId xmlns:a16="http://schemas.microsoft.com/office/drawing/2014/main" val="262136399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class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Activity Name (</a:t>
                      </a:r>
                      <a:r>
                        <a:rPr lang="it-IT" sz="11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Final</a:t>
                      </a:r>
                      <a:r>
                        <a:rPr lang="it-IT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Event)</a:t>
                      </a:r>
                      <a:endParaRPr lang="it-IT" dirty="0"/>
                    </a:p>
                  </a:txBody>
                  <a:tcPr marL="76200" marR="76200" marT="76200" marB="76200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err="1">
                          <a:effectLst/>
                          <a:latin typeface="system-ui"/>
                        </a:rPr>
                        <a:t>precision</a:t>
                      </a:r>
                      <a:endParaRPr lang="it-IT" sz="1100" dirty="0" err="1">
                        <a:effectLst/>
                        <a:latin typeface="system-ui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recall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f1-score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support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862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0 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dirty="0">
                          <a:effectLst/>
                        </a:rPr>
                        <a:t>Create Fine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0.20 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0.27 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0.23 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101 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1546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1 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dirty="0">
                          <a:effectLst/>
                        </a:rPr>
                        <a:t>Payment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25 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2036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2 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Send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Fine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0.50 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480 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332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3 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Insert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Fine Notification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0.13 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90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4 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Add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penalty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12819 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210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5 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Insert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Date Appeal to </a:t>
                      </a:r>
                      <a:r>
                        <a:rPr lang="it-IT" sz="1100" b="0" i="0" u="none" strike="noStrike" noProof="0" err="1">
                          <a:effectLst/>
                        </a:rPr>
                        <a:t>Prefecture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2536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6 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Send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Appeal to </a:t>
                      </a:r>
                      <a:r>
                        <a:rPr lang="it-IT" sz="1100" b="0" i="0" u="none" strike="noStrike" noProof="0" err="1">
                          <a:effectLst/>
                        </a:rPr>
                        <a:t>Prefecture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0.83 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636 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8572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7 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Receive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</a:t>
                      </a:r>
                      <a:r>
                        <a:rPr lang="it-IT" sz="1100" b="0" i="0" u="none" strike="noStrike" noProof="0" err="1">
                          <a:effectLst/>
                        </a:rPr>
                        <a:t>Result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Appeal from </a:t>
                      </a:r>
                      <a:r>
                        <a:rPr lang="it-IT" sz="1100" b="0" i="0" u="none" strike="noStrike" noProof="0" err="1">
                          <a:effectLst/>
                        </a:rPr>
                        <a:t>Prefecture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4155 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16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8 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it-IT" sz="1100" b="0" i="0" u="none" strike="noStrike" noProof="0" err="1">
                          <a:effectLst/>
                        </a:rPr>
                        <a:t>Send</a:t>
                      </a:r>
                      <a:r>
                        <a:rPr lang="it-IT" sz="1100" b="0" i="0" u="none" strike="noStrike" noProof="0" dirty="0">
                          <a:effectLst/>
                        </a:rPr>
                        <a:t> for Credit Collection</a:t>
                      </a:r>
                      <a:endParaRPr lang="it-IT" b="0"/>
                    </a:p>
                  </a:txBody>
                  <a:tcPr marL="45720" marR="4572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4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11832 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87050"/>
                  </a:ext>
                </a:extLst>
              </a:tr>
            </a:tbl>
          </a:graphicData>
        </a:graphic>
      </p:graphicFrame>
      <p:graphicFrame>
        <p:nvGraphicFramePr>
          <p:cNvPr id="34" name="Tabella 33">
            <a:extLst>
              <a:ext uri="{FF2B5EF4-FFF2-40B4-BE49-F238E27FC236}">
                <a16:creationId xmlns:a16="http://schemas.microsoft.com/office/drawing/2014/main" id="{26CC149D-1E8B-2245-C95C-A8889B38C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04756"/>
              </p:ext>
            </p:extLst>
          </p:nvPr>
        </p:nvGraphicFramePr>
        <p:xfrm>
          <a:off x="2407478" y="5002695"/>
          <a:ext cx="3698179" cy="1163741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11198438"/>
                    </a:ext>
                  </a:extLst>
                </a:gridCol>
                <a:gridCol w="744974">
                  <a:extLst>
                    <a:ext uri="{9D8B030D-6E8A-4147-A177-3AD203B41FA5}">
                      <a16:colId xmlns:a16="http://schemas.microsoft.com/office/drawing/2014/main" val="67540245"/>
                    </a:ext>
                  </a:extLst>
                </a:gridCol>
                <a:gridCol w="465077">
                  <a:extLst>
                    <a:ext uri="{9D8B030D-6E8A-4147-A177-3AD203B41FA5}">
                      <a16:colId xmlns:a16="http://schemas.microsoft.com/office/drawing/2014/main" val="72886948"/>
                    </a:ext>
                  </a:extLst>
                </a:gridCol>
                <a:gridCol w="774699">
                  <a:extLst>
                    <a:ext uri="{9D8B030D-6E8A-4147-A177-3AD203B41FA5}">
                      <a16:colId xmlns:a16="http://schemas.microsoft.com/office/drawing/2014/main" val="525702961"/>
                    </a:ext>
                  </a:extLst>
                </a:gridCol>
                <a:gridCol w="659329">
                  <a:extLst>
                    <a:ext uri="{9D8B030D-6E8A-4147-A177-3AD203B41FA5}">
                      <a16:colId xmlns:a16="http://schemas.microsoft.com/office/drawing/2014/main" val="4028432209"/>
                    </a:ext>
                  </a:extLst>
                </a:gridCol>
              </a:tblGrid>
              <a:tr h="580429">
                <a:tc>
                  <a:txBody>
                    <a:bodyPr/>
                    <a:lstStyle/>
                    <a:p>
                      <a:pPr lvl="0" rtl="0">
                        <a:lnSpc>
                          <a:spcPts val="1725"/>
                        </a:lnSpc>
                        <a:buNone/>
                      </a:pPr>
                      <a:r>
                        <a:rPr lang="it-IT" sz="1100" err="1">
                          <a:effectLst/>
                          <a:latin typeface="system-ui"/>
                        </a:rPr>
                        <a:t>accuracy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 </a:t>
                      </a: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0.97 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30074 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190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macro </a:t>
                      </a:r>
                      <a:r>
                        <a:rPr lang="it-IT" sz="1100" err="1">
                          <a:effectLst/>
                          <a:latin typeface="system-ui"/>
                        </a:rPr>
                        <a:t>avg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 </a:t>
                      </a: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0.61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0.63 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0054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725"/>
                        </a:lnSpc>
                        <a:buNone/>
                      </a:pPr>
                      <a:r>
                        <a:rPr lang="it-IT" sz="1100" err="1">
                          <a:effectLst/>
                          <a:latin typeface="system-ui"/>
                        </a:rPr>
                        <a:t>weighted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 </a:t>
                      </a:r>
                      <a:r>
                        <a:rPr lang="it-IT" sz="1100" err="1">
                          <a:effectLst/>
                          <a:latin typeface="system-ui"/>
                        </a:rPr>
                        <a:t>avg</a:t>
                      </a:r>
                      <a:r>
                        <a:rPr lang="it-IT" sz="1100" dirty="0">
                          <a:effectLst/>
                          <a:latin typeface="system-ui"/>
                        </a:rPr>
                        <a:t> </a:t>
                      </a: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43815"/>
                  </a:ext>
                </a:extLst>
              </a:tr>
            </a:tbl>
          </a:graphicData>
        </a:graphic>
      </p:graphicFrame>
      <p:graphicFrame>
        <p:nvGraphicFramePr>
          <p:cNvPr id="35" name="Tabella 34">
            <a:extLst>
              <a:ext uri="{FF2B5EF4-FFF2-40B4-BE49-F238E27FC236}">
                <a16:creationId xmlns:a16="http://schemas.microsoft.com/office/drawing/2014/main" id="{6B3E306A-F8F0-AA9F-7A3C-D153B0FB2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467921"/>
              </p:ext>
            </p:extLst>
          </p:nvPr>
        </p:nvGraphicFramePr>
        <p:xfrm>
          <a:off x="6051826" y="1590261"/>
          <a:ext cx="2859343" cy="297752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1759282860"/>
                    </a:ext>
                  </a:extLst>
                </a:gridCol>
                <a:gridCol w="590114">
                  <a:extLst>
                    <a:ext uri="{9D8B030D-6E8A-4147-A177-3AD203B41FA5}">
                      <a16:colId xmlns:a16="http://schemas.microsoft.com/office/drawing/2014/main" val="379279172"/>
                    </a:ext>
                  </a:extLst>
                </a:gridCol>
                <a:gridCol w="707807">
                  <a:extLst>
                    <a:ext uri="{9D8B030D-6E8A-4147-A177-3AD203B41FA5}">
                      <a16:colId xmlns:a16="http://schemas.microsoft.com/office/drawing/2014/main" val="1943256701"/>
                    </a:ext>
                  </a:extLst>
                </a:gridCol>
                <a:gridCol w="735922">
                  <a:extLst>
                    <a:ext uri="{9D8B030D-6E8A-4147-A177-3AD203B41FA5}">
                      <a16:colId xmlns:a16="http://schemas.microsoft.com/office/drawing/2014/main" val="262136399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err="1">
                          <a:effectLst/>
                          <a:latin typeface="system-ui"/>
                        </a:rPr>
                        <a:t>precision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recall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f1-score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support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862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0.18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0.43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0.26 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101 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1546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25 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2036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0.50 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480 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7332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0..21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0.07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90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0.94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12819 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210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0.17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0.06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2536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0.78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0.75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636 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8572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4155 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16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</a:t>
                      </a:r>
                      <a:endParaRPr lang="it-IT" dirty="0"/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11832 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87050"/>
                  </a:ext>
                </a:extLst>
              </a:tr>
            </a:tbl>
          </a:graphicData>
        </a:graphic>
      </p:graphicFrame>
      <p:graphicFrame>
        <p:nvGraphicFramePr>
          <p:cNvPr id="36" name="Tabella 35">
            <a:extLst>
              <a:ext uri="{FF2B5EF4-FFF2-40B4-BE49-F238E27FC236}">
                <a16:creationId xmlns:a16="http://schemas.microsoft.com/office/drawing/2014/main" id="{1ECF0695-402A-8DD6-FBD3-DEA6C2738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443073"/>
              </p:ext>
            </p:extLst>
          </p:nvPr>
        </p:nvGraphicFramePr>
        <p:xfrm>
          <a:off x="6095999" y="5002695"/>
          <a:ext cx="2822335" cy="1163741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67540245"/>
                    </a:ext>
                  </a:extLst>
                </a:gridCol>
                <a:gridCol w="550248">
                  <a:extLst>
                    <a:ext uri="{9D8B030D-6E8A-4147-A177-3AD203B41FA5}">
                      <a16:colId xmlns:a16="http://schemas.microsoft.com/office/drawing/2014/main" val="72886948"/>
                    </a:ext>
                  </a:extLst>
                </a:gridCol>
                <a:gridCol w="752222">
                  <a:extLst>
                    <a:ext uri="{9D8B030D-6E8A-4147-A177-3AD203B41FA5}">
                      <a16:colId xmlns:a16="http://schemas.microsoft.com/office/drawing/2014/main" val="525702961"/>
                    </a:ext>
                  </a:extLst>
                </a:gridCol>
                <a:gridCol w="694365">
                  <a:extLst>
                    <a:ext uri="{9D8B030D-6E8A-4147-A177-3AD203B41FA5}">
                      <a16:colId xmlns:a16="http://schemas.microsoft.com/office/drawing/2014/main" val="4028432209"/>
                    </a:ext>
                  </a:extLst>
                </a:gridCol>
              </a:tblGrid>
              <a:tr h="58042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0.96 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30074 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190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0.58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0.70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054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43815"/>
                  </a:ext>
                </a:extLst>
              </a:tr>
            </a:tbl>
          </a:graphicData>
        </a:graphic>
      </p:graphicFrame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CF1CED69-669A-5DAB-1882-2E67714F2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447624"/>
              </p:ext>
            </p:extLst>
          </p:nvPr>
        </p:nvGraphicFramePr>
        <p:xfrm>
          <a:off x="8912087" y="1590261"/>
          <a:ext cx="2846248" cy="297752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749299">
                  <a:extLst>
                    <a:ext uri="{9D8B030D-6E8A-4147-A177-3AD203B41FA5}">
                      <a16:colId xmlns:a16="http://schemas.microsoft.com/office/drawing/2014/main" val="1759282860"/>
                    </a:ext>
                  </a:extLst>
                </a:gridCol>
                <a:gridCol w="602827">
                  <a:extLst>
                    <a:ext uri="{9D8B030D-6E8A-4147-A177-3AD203B41FA5}">
                      <a16:colId xmlns:a16="http://schemas.microsoft.com/office/drawing/2014/main" val="379279172"/>
                    </a:ext>
                  </a:extLst>
                </a:gridCol>
                <a:gridCol w="741259">
                  <a:extLst>
                    <a:ext uri="{9D8B030D-6E8A-4147-A177-3AD203B41FA5}">
                      <a16:colId xmlns:a16="http://schemas.microsoft.com/office/drawing/2014/main" val="1943256701"/>
                    </a:ext>
                  </a:extLst>
                </a:gridCol>
                <a:gridCol w="752863">
                  <a:extLst>
                    <a:ext uri="{9D8B030D-6E8A-4147-A177-3AD203B41FA5}">
                      <a16:colId xmlns:a16="http://schemas.microsoft.com/office/drawing/2014/main" val="262136399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 err="1">
                          <a:effectLst/>
                          <a:latin typeface="system-ui"/>
                        </a:rPr>
                        <a:t>precision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recall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f1-score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support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862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0.18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0.43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0.26 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101 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1546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0.81 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25 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2036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0.50 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480 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332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0..21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0.07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90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0.94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12819 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210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0.17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0.06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2536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0.71 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0.78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0.75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636 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8572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0.98 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4155 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16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1.00 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0.99</a:t>
                      </a:r>
                      <a:endParaRPr lang="it-IT" dirty="0"/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11832 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87050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29E05F5-CA57-53B7-0A0E-6D9FA461B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20271"/>
              </p:ext>
            </p:extLst>
          </p:nvPr>
        </p:nvGraphicFramePr>
        <p:xfrm>
          <a:off x="8967304" y="5002695"/>
          <a:ext cx="2796301" cy="1163741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67540245"/>
                    </a:ext>
                  </a:extLst>
                </a:gridCol>
                <a:gridCol w="634999">
                  <a:extLst>
                    <a:ext uri="{9D8B030D-6E8A-4147-A177-3AD203B41FA5}">
                      <a16:colId xmlns:a16="http://schemas.microsoft.com/office/drawing/2014/main" val="72886948"/>
                    </a:ext>
                  </a:extLst>
                </a:gridCol>
                <a:gridCol w="725373">
                  <a:extLst>
                    <a:ext uri="{9D8B030D-6E8A-4147-A177-3AD203B41FA5}">
                      <a16:colId xmlns:a16="http://schemas.microsoft.com/office/drawing/2014/main" val="525702961"/>
                    </a:ext>
                  </a:extLst>
                </a:gridCol>
                <a:gridCol w="737429">
                  <a:extLst>
                    <a:ext uri="{9D8B030D-6E8A-4147-A177-3AD203B41FA5}">
                      <a16:colId xmlns:a16="http://schemas.microsoft.com/office/drawing/2014/main" val="4028432209"/>
                    </a:ext>
                  </a:extLst>
                </a:gridCol>
              </a:tblGrid>
              <a:tr h="58042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0.96 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it-IT" sz="1100" dirty="0">
                          <a:effectLst/>
                          <a:latin typeface="system-ui"/>
                        </a:rPr>
                        <a:t>30074 </a:t>
                      </a:r>
                      <a:endParaRPr lang="it-IT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190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0.58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0.70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0.62 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0054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0.96 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0.97 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100" dirty="0">
                          <a:effectLst/>
                          <a:latin typeface="system-ui"/>
                        </a:rPr>
                        <a:t>30074 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43815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1B5FD5E-1701-9C97-F0D0-6F0BC930C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64997"/>
              </p:ext>
            </p:extLst>
          </p:nvPr>
        </p:nvGraphicFramePr>
        <p:xfrm>
          <a:off x="3392115" y="1053680"/>
          <a:ext cx="8168640" cy="370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214888032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1277399302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356429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b="0" i="0" u="none" strike="noStrike" noProof="0" dirty="0">
                          <a:latin typeface="Aptos"/>
                        </a:rPr>
                        <a:t>Class </a:t>
                      </a:r>
                      <a:r>
                        <a:rPr lang="it-IT" sz="1800" b="0" i="0" u="none" strike="noStrike" noProof="0" err="1">
                          <a:latin typeface="Aptos"/>
                        </a:rPr>
                        <a:t>Weighting</a:t>
                      </a:r>
                      <a:r>
                        <a:rPr lang="it-IT" sz="1800" b="0" i="0" u="none" strike="noStrike" noProof="0" dirty="0">
                          <a:latin typeface="Aptos"/>
                        </a:rPr>
                        <a:t>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b="0" i="0" u="none" strike="noStrike" noProof="0" dirty="0">
                          <a:latin typeface="Aptos"/>
                        </a:rPr>
                        <a:t>SMOTE </a:t>
                      </a:r>
                      <a:r>
                        <a:rPr lang="it-IT" sz="1800" b="0" i="0" u="none" strike="noStrike" noProof="0" err="1">
                          <a:latin typeface="Aptos"/>
                        </a:rPr>
                        <a:t>Oversampling</a:t>
                      </a:r>
                      <a:r>
                        <a:rPr lang="it-IT" sz="1800" b="0" i="0" u="none" strike="noStrike" noProof="0" dirty="0">
                          <a:latin typeface="Aptos"/>
                        </a:rPr>
                        <a:t>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b="0" i="0" u="none" strike="noStrike" noProof="0" err="1">
                          <a:latin typeface="Aptos"/>
                        </a:rPr>
                        <a:t>Hybrid</a:t>
                      </a:r>
                      <a:r>
                        <a:rPr lang="it-IT" sz="1800" b="0" i="0" u="none" strike="noStrike" noProof="0" dirty="0">
                          <a:latin typeface="Aptos"/>
                        </a:rPr>
                        <a:t> 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54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990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E15C-B88C-930B-AA4B-7FDEDF126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C28836-AF71-6CBA-C3A8-ECB73C7D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035" y="365760"/>
            <a:ext cx="10495413" cy="2074716"/>
          </a:xfrm>
        </p:spPr>
        <p:txBody>
          <a:bodyPr rtlCol="0" anchor="b">
            <a:normAutofit/>
          </a:bodyPr>
          <a:lstStyle/>
          <a:p>
            <a:r>
              <a:rPr lang="it" b="0" dirty="0"/>
              <a:t>Feature </a:t>
            </a:r>
            <a:br>
              <a:rPr lang="it" b="0" dirty="0"/>
            </a:br>
            <a:r>
              <a:rPr lang="it" b="0" dirty="0" err="1"/>
              <a:t>Importance</a:t>
            </a:r>
            <a:endParaRPr lang="it-IT" dirty="0" err="1"/>
          </a:p>
        </p:txBody>
      </p:sp>
      <p:pic>
        <p:nvPicPr>
          <p:cNvPr id="52" name="Segnaposto contenuto 51" descr="Immagine che contiene schermata, test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CB424E6D-A004-E4CB-0FF9-CC3D494209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" b="5037"/>
          <a:stretch/>
        </p:blipFill>
        <p:spPr>
          <a:xfrm>
            <a:off x="3069028" y="1588936"/>
            <a:ext cx="8287820" cy="4951718"/>
          </a:xfrm>
          <a:noFill/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6A6F096-B824-9FE7-A2AB-99840A6C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29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889558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A74F-13DC-FD42-5878-CAF6A8AE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229579-7AEB-70BD-8D50-CEE2E47D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83" y="409934"/>
            <a:ext cx="10495413" cy="2074716"/>
          </a:xfrm>
        </p:spPr>
        <p:txBody>
          <a:bodyPr rtlCol="0" anchor="b">
            <a:normAutofit/>
          </a:bodyPr>
          <a:lstStyle/>
          <a:p>
            <a:r>
              <a:rPr lang="it" b="0" dirty="0" err="1">
                <a:ea typeface="+mj-lt"/>
                <a:cs typeface="+mj-lt"/>
              </a:rPr>
              <a:t>Confusion</a:t>
            </a:r>
            <a:r>
              <a:rPr lang="it" b="0" dirty="0">
                <a:ea typeface="+mj-lt"/>
                <a:cs typeface="+mj-lt"/>
              </a:rPr>
              <a:t> </a:t>
            </a:r>
            <a:br>
              <a:rPr lang="en-US" dirty="0"/>
            </a:br>
            <a:r>
              <a:rPr lang="it" b="0" dirty="0">
                <a:ea typeface="+mj-lt"/>
                <a:cs typeface="+mj-lt"/>
              </a:rPr>
              <a:t>Matrix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4A24EDA-9F3D-F955-85DE-E52CF958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30</a:t>
            </a:fld>
            <a:endParaRPr lang="en-US" sz="900"/>
          </a:p>
        </p:txBody>
      </p:sp>
      <p:pic>
        <p:nvPicPr>
          <p:cNvPr id="6" name="Segnaposto contenuto 5" descr="Immagine che contiene schermata, testo, computer, tastiera&#10;&#10;Il contenuto generato dall&amp;#39;IA potrebbe non essere corretto.">
            <a:extLst>
              <a:ext uri="{FF2B5EF4-FFF2-40B4-BE49-F238E27FC236}">
                <a16:creationId xmlns:a16="http://schemas.microsoft.com/office/drawing/2014/main" id="{59947319-E2E5-1A9D-861C-444E47D9E4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08710" y="583980"/>
            <a:ext cx="7615847" cy="5846239"/>
          </a:xfrm>
        </p:spPr>
      </p:pic>
    </p:spTree>
    <p:extLst>
      <p:ext uri="{BB962C8B-B14F-4D97-AF65-F5344CB8AC3E}">
        <p14:creationId xmlns:p14="http://schemas.microsoft.com/office/powerpoint/2010/main" val="877920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FAEA-D875-5DD7-BA81-A6DA1781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Titolo 1">
            <a:extLst>
              <a:ext uri="{FF2B5EF4-FFF2-40B4-BE49-F238E27FC236}">
                <a16:creationId xmlns:a16="http://schemas.microsoft.com/office/drawing/2014/main" id="{FE7D1606-DFCE-0FB9-5935-0E5D51E56F54}"/>
              </a:ext>
            </a:extLst>
          </p:cNvPr>
          <p:cNvSpPr txBox="1">
            <a:spLocks/>
          </p:cNvSpPr>
          <p:nvPr/>
        </p:nvSpPr>
        <p:spPr>
          <a:xfrm>
            <a:off x="1078992" y="365760"/>
            <a:ext cx="10277856" cy="16550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it" sz="4400" b="1" i="0" kern="1200"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43" name="Segnaposto contenuto 42" descr="Immagine che contiene veicolo, Veicolo terrestre, vestiti, ruota&#10;&#10;Il contenuto generato dall&amp;#39;IA potrebbe non essere corretto.">
            <a:extLst>
              <a:ext uri="{FF2B5EF4-FFF2-40B4-BE49-F238E27FC236}">
                <a16:creationId xmlns:a16="http://schemas.microsoft.com/office/drawing/2014/main" id="{5C1A30AB-3297-4FDF-4D65-AA427A4D7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855" y="3133534"/>
            <a:ext cx="3536156" cy="2350293"/>
          </a:xfrm>
        </p:spPr>
      </p:pic>
      <p:sp>
        <p:nvSpPr>
          <p:cNvPr id="579" name="Slide Number Placeholder 3">
            <a:extLst>
              <a:ext uri="{FF2B5EF4-FFF2-40B4-BE49-F238E27FC236}">
                <a16:creationId xmlns:a16="http://schemas.microsoft.com/office/drawing/2014/main" id="{229099ED-A5DA-E439-D45D-8DE4745C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>
                <a:lnSpc>
                  <a:spcPct val="90000"/>
                </a:lnSpc>
                <a:spcAft>
                  <a:spcPts val="600"/>
                </a:spcAft>
              </a:pPr>
              <a:t>31</a:t>
            </a:fld>
            <a:endParaRPr lang="en-US" sz="900"/>
          </a:p>
        </p:txBody>
      </p:sp>
      <p:graphicFrame>
        <p:nvGraphicFramePr>
          <p:cNvPr id="183" name="Diagramma 182">
            <a:extLst>
              <a:ext uri="{FF2B5EF4-FFF2-40B4-BE49-F238E27FC236}">
                <a16:creationId xmlns:a16="http://schemas.microsoft.com/office/drawing/2014/main" id="{22D22DDB-812C-FFD8-0112-5402D0B437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8033635"/>
              </p:ext>
            </p:extLst>
          </p:nvPr>
        </p:nvGraphicFramePr>
        <p:xfrm>
          <a:off x="2529333" y="1323913"/>
          <a:ext cx="9062750" cy="5773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145506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o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390</Words>
  <Application>Microsoft Office PowerPoint</Application>
  <PresentationFormat>Widescreen</PresentationFormat>
  <Paragraphs>111</Paragraphs>
  <Slides>31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2" baseType="lpstr">
      <vt:lpstr>Personalizzato</vt:lpstr>
      <vt:lpstr>Road Traffic Fine Management Process:  Event Log Analysis &amp; Prediction  BUSINESS INFORMATION SYSTEMS Paolo Ceravolo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Log Filtering and Preprocessing </vt:lpstr>
      <vt:lpstr>Process Discovery </vt:lpstr>
      <vt:lpstr>Discovery Techniques  Alpha Miner</vt:lpstr>
      <vt:lpstr>Discovery Techniques  Inductive Miner</vt:lpstr>
      <vt:lpstr>Presentazione standard di PowerPoint</vt:lpstr>
      <vt:lpstr>    Discovery Techniques on Activity-Filtered Log  </vt:lpstr>
      <vt:lpstr>Discovery Techniques  Alpha Miner on Activity-Filtered Log</vt:lpstr>
      <vt:lpstr>Discovery Techniques  Inductive Miner on Activity-Filtered Log</vt:lpstr>
      <vt:lpstr>Discovery Techniques  Heuristic Miner on Activity-Filtered Log</vt:lpstr>
      <vt:lpstr>Performance Comparison </vt:lpstr>
      <vt:lpstr>Process Tree </vt:lpstr>
      <vt:lpstr>Observation</vt:lpstr>
      <vt:lpstr>Modeling and Evaluation </vt:lpstr>
      <vt:lpstr>Data Preprocessing and Feature Engineering</vt:lpstr>
      <vt:lpstr>Final Output Structure </vt:lpstr>
      <vt:lpstr>Initial Model  Training (Random Forest)</vt:lpstr>
      <vt:lpstr>Initial Model Training (Random Forest)</vt:lpstr>
      <vt:lpstr>Balancing Strategies and  Performance</vt:lpstr>
      <vt:lpstr>Presentazione standard di PowerPoint</vt:lpstr>
      <vt:lpstr>Feature  Importance</vt:lpstr>
      <vt:lpstr>Confusion  Matrix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1797</cp:revision>
  <dcterms:created xsi:type="dcterms:W3CDTF">2025-05-03T10:21:42Z</dcterms:created>
  <dcterms:modified xsi:type="dcterms:W3CDTF">2025-05-15T11:22:27Z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